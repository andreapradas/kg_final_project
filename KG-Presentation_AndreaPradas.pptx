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Poiret One"/>
      <p:regular r:id="rId10"/>
    </p:embeddedFont>
    <p:embeddedFont>
      <p:font typeface="Oxygen Light"/>
      <p:regular r:id="rId11"/>
      <p:bold r:id="rId12"/>
    </p:embeddedFont>
    <p:embeddedFont>
      <p:font typeface="Oxygen"/>
      <p:regular r:id="rId13"/>
      <p:bold r:id="rId14"/>
    </p:embeddedFont>
    <p:embeddedFont>
      <p:font typeface="Anaheim"/>
      <p:regular r:id="rId15"/>
      <p:bold r:id="rId16"/>
    </p:embeddedFont>
    <p:embeddedFont>
      <p:font typeface="Bebas Neu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OxygenLight-regular.fntdata"/><Relationship Id="rId10" Type="http://schemas.openxmlformats.org/officeDocument/2006/relationships/font" Target="fonts/PoiretOne-regular.fntdata"/><Relationship Id="rId13" Type="http://schemas.openxmlformats.org/officeDocument/2006/relationships/font" Target="fonts/Oxygen-regular.fntdata"/><Relationship Id="rId12" Type="http://schemas.openxmlformats.org/officeDocument/2006/relationships/font" Target="fonts/OxygenLight-bold.fntdata"/><Relationship Id="rId15" Type="http://schemas.openxmlformats.org/officeDocument/2006/relationships/font" Target="fonts/Anaheim-regular.fntdata"/><Relationship Id="rId14" Type="http://schemas.openxmlformats.org/officeDocument/2006/relationships/font" Target="fonts/Oxygen-bold.fntdata"/><Relationship Id="rId17" Type="http://schemas.openxmlformats.org/officeDocument/2006/relationships/font" Target="fonts/BebasNeue-regular.fntdata"/><Relationship Id="rId16" Type="http://schemas.openxmlformats.org/officeDocument/2006/relationships/font" Target="fonts/Anahei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25f85ca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25f85c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c439249f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c439249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c439249f7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ac439249f7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c439249f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c439249f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c439249f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c439249f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Relationship Id="rId6" Type="http://schemas.openxmlformats.org/officeDocument/2006/relationships/hyperlink" Target="https://www.freepik.com/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3438725" y="970200"/>
            <a:ext cx="4562400" cy="24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1" sz="4400"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38917" y="3380700"/>
            <a:ext cx="4562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Oxygen"/>
                <a:ea typeface="Oxygen"/>
                <a:cs typeface="Oxygen"/>
                <a:sym typeface="Oxyge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5139007" y="2342625"/>
            <a:ext cx="328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5138900" y="1106175"/>
            <a:ext cx="3285000" cy="12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139001" y="3323950"/>
            <a:ext cx="3285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●"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703800" y="2491350"/>
            <a:ext cx="34941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913600" y="2491350"/>
            <a:ext cx="35103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703800" y="3001175"/>
            <a:ext cx="34941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913600" y="3001175"/>
            <a:ext cx="35103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1147850" y="1371175"/>
            <a:ext cx="68484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2433000" y="2441425"/>
            <a:ext cx="42780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693050"/>
            <a:ext cx="6367800" cy="17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1462775" y="1330050"/>
            <a:ext cx="6218400" cy="16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8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775600" y="3100075"/>
            <a:ext cx="35928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/>
          <p:cNvPicPr preferRelativeResize="0"/>
          <p:nvPr/>
        </p:nvPicPr>
        <p:blipFill rotWithShape="1">
          <a:blip r:embed="rId2">
            <a:alphaModFix/>
          </a:blip>
          <a:srcRect b="10" l="56624" r="0" t="0"/>
          <a:stretch/>
        </p:blipFill>
        <p:spPr>
          <a:xfrm>
            <a:off x="5177825" y="0"/>
            <a:ext cx="396617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>
            <p:ph type="title"/>
          </p:nvPr>
        </p:nvSpPr>
        <p:spPr>
          <a:xfrm>
            <a:off x="4781550" y="1416450"/>
            <a:ext cx="3642600" cy="18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5452800" y="3276450"/>
            <a:ext cx="29712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28044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2" type="title"/>
          </p:nvPr>
        </p:nvSpPr>
        <p:spPr>
          <a:xfrm>
            <a:off x="720000" y="1589526"/>
            <a:ext cx="23364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20000" y="3177110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title"/>
          </p:nvPr>
        </p:nvSpPr>
        <p:spPr>
          <a:xfrm>
            <a:off x="3403800" y="28044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3403800" y="1589526"/>
            <a:ext cx="23364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3403800" y="3177110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title"/>
          </p:nvPr>
        </p:nvSpPr>
        <p:spPr>
          <a:xfrm>
            <a:off x="6087600" y="28044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6087600" y="1589526"/>
            <a:ext cx="23364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6087600" y="3177110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720000" y="685600"/>
            <a:ext cx="4211100" cy="3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720000" y="1452575"/>
            <a:ext cx="4722000" cy="27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2290025" y="33534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1454700" y="2052475"/>
            <a:ext cx="6234600" cy="124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8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1057950" y="3689600"/>
            <a:ext cx="2785800" cy="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5275850" y="3689600"/>
            <a:ext cx="2785800" cy="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1057800" y="3128600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4" type="subTitle"/>
          </p:nvPr>
        </p:nvSpPr>
        <p:spPr>
          <a:xfrm>
            <a:off x="5275850" y="3128600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title"/>
          </p:nvPr>
        </p:nvSpPr>
        <p:spPr>
          <a:xfrm>
            <a:off x="720000" y="29485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20000" y="3315275"/>
            <a:ext cx="23364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3403800" y="29485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8"/>
          <p:cNvSpPr txBox="1"/>
          <p:nvPr>
            <p:ph idx="4" type="subTitle"/>
          </p:nvPr>
        </p:nvSpPr>
        <p:spPr>
          <a:xfrm>
            <a:off x="3403800" y="3315275"/>
            <a:ext cx="23364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5" type="title"/>
          </p:nvPr>
        </p:nvSpPr>
        <p:spPr>
          <a:xfrm>
            <a:off x="6087600" y="29485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8"/>
          <p:cNvSpPr txBox="1"/>
          <p:nvPr>
            <p:ph idx="6" type="subTitle"/>
          </p:nvPr>
        </p:nvSpPr>
        <p:spPr>
          <a:xfrm>
            <a:off x="6087600" y="3315275"/>
            <a:ext cx="23364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2" type="title"/>
          </p:nvPr>
        </p:nvSpPr>
        <p:spPr>
          <a:xfrm>
            <a:off x="1811453" y="1479425"/>
            <a:ext cx="2480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1811453" y="1851750"/>
            <a:ext cx="24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5749500" y="1479425"/>
            <a:ext cx="2480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4" type="subTitle"/>
          </p:nvPr>
        </p:nvSpPr>
        <p:spPr>
          <a:xfrm>
            <a:off x="5749500" y="1851752"/>
            <a:ext cx="248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5" type="title"/>
          </p:nvPr>
        </p:nvSpPr>
        <p:spPr>
          <a:xfrm>
            <a:off x="1811450" y="3091625"/>
            <a:ext cx="2480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9"/>
          <p:cNvSpPr txBox="1"/>
          <p:nvPr>
            <p:ph idx="6" type="subTitle"/>
          </p:nvPr>
        </p:nvSpPr>
        <p:spPr>
          <a:xfrm>
            <a:off x="1811450" y="3463950"/>
            <a:ext cx="248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7" type="title"/>
          </p:nvPr>
        </p:nvSpPr>
        <p:spPr>
          <a:xfrm>
            <a:off x="5749500" y="3091623"/>
            <a:ext cx="2480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9"/>
          <p:cNvSpPr txBox="1"/>
          <p:nvPr>
            <p:ph idx="8" type="subTitle"/>
          </p:nvPr>
        </p:nvSpPr>
        <p:spPr>
          <a:xfrm>
            <a:off x="5749500" y="3463950"/>
            <a:ext cx="2480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10" l="0" r="0" t="0"/>
          <a:stretch/>
        </p:blipFill>
        <p:spPr>
          <a:xfrm>
            <a:off x="0" y="0"/>
            <a:ext cx="91439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title"/>
          </p:nvPr>
        </p:nvSpPr>
        <p:spPr>
          <a:xfrm>
            <a:off x="788550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720013" y="2193175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3" type="title"/>
          </p:nvPr>
        </p:nvSpPr>
        <p:spPr>
          <a:xfrm>
            <a:off x="3419250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0"/>
          <p:cNvSpPr txBox="1"/>
          <p:nvPr>
            <p:ph idx="4" type="subTitle"/>
          </p:nvPr>
        </p:nvSpPr>
        <p:spPr>
          <a:xfrm>
            <a:off x="3331962" y="2193175"/>
            <a:ext cx="24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5" type="title"/>
          </p:nvPr>
        </p:nvSpPr>
        <p:spPr>
          <a:xfrm>
            <a:off x="788550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20"/>
          <p:cNvSpPr txBox="1"/>
          <p:nvPr>
            <p:ph idx="6" type="subTitle"/>
          </p:nvPr>
        </p:nvSpPr>
        <p:spPr>
          <a:xfrm>
            <a:off x="720000" y="4061350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7" type="title"/>
          </p:nvPr>
        </p:nvSpPr>
        <p:spPr>
          <a:xfrm>
            <a:off x="3419250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20"/>
          <p:cNvSpPr txBox="1"/>
          <p:nvPr>
            <p:ph idx="8" type="subTitle"/>
          </p:nvPr>
        </p:nvSpPr>
        <p:spPr>
          <a:xfrm>
            <a:off x="3331950" y="4061350"/>
            <a:ext cx="24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9" type="title"/>
          </p:nvPr>
        </p:nvSpPr>
        <p:spPr>
          <a:xfrm>
            <a:off x="6049924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20"/>
          <p:cNvSpPr txBox="1"/>
          <p:nvPr>
            <p:ph idx="13" type="subTitle"/>
          </p:nvPr>
        </p:nvSpPr>
        <p:spPr>
          <a:xfrm>
            <a:off x="5981387" y="2193175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4" type="title"/>
          </p:nvPr>
        </p:nvSpPr>
        <p:spPr>
          <a:xfrm>
            <a:off x="6049924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20"/>
          <p:cNvSpPr txBox="1"/>
          <p:nvPr>
            <p:ph idx="15" type="subTitle"/>
          </p:nvPr>
        </p:nvSpPr>
        <p:spPr>
          <a:xfrm>
            <a:off x="5981374" y="4061350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1759800" y="2006750"/>
            <a:ext cx="26598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4281625" y="2006750"/>
            <a:ext cx="26598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1759800" y="2006750"/>
            <a:ext cx="2659800" cy="19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>
            <p:ph idx="1" type="subTitle"/>
          </p:nvPr>
        </p:nvSpPr>
        <p:spPr>
          <a:xfrm>
            <a:off x="720000" y="1452575"/>
            <a:ext cx="4293300" cy="27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24"/>
          <p:cNvSpPr/>
          <p:nvPr>
            <p:ph idx="2" type="pic"/>
          </p:nvPr>
        </p:nvSpPr>
        <p:spPr>
          <a:xfrm>
            <a:off x="5334000" y="1452575"/>
            <a:ext cx="3090000" cy="309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>
            <p:ph hasCustomPrompt="1" type="title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hasCustomPrompt="1" idx="2" type="title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1" name="Google Shape;141;p26"/>
          <p:cNvSpPr txBox="1"/>
          <p:nvPr>
            <p:ph idx="3" type="subTitle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hasCustomPrompt="1" idx="4" type="title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3" name="Google Shape;143;p26"/>
          <p:cNvSpPr txBox="1"/>
          <p:nvPr>
            <p:ph idx="5" type="subTitle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9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>
            <p:ph type="title"/>
          </p:nvPr>
        </p:nvSpPr>
        <p:spPr>
          <a:xfrm>
            <a:off x="720096" y="2342625"/>
            <a:ext cx="5272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7"/>
          <p:cNvSpPr txBox="1"/>
          <p:nvPr>
            <p:ph hasCustomPrompt="1" idx="2" type="title"/>
          </p:nvPr>
        </p:nvSpPr>
        <p:spPr>
          <a:xfrm>
            <a:off x="720000" y="1106175"/>
            <a:ext cx="3285000" cy="12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720101" y="3323950"/>
            <a:ext cx="3285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>
            <p:ph type="title"/>
          </p:nvPr>
        </p:nvSpPr>
        <p:spPr>
          <a:xfrm>
            <a:off x="1174100" y="2342625"/>
            <a:ext cx="6795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8"/>
          <p:cNvSpPr txBox="1"/>
          <p:nvPr>
            <p:ph hasCustomPrompt="1" idx="2" type="title"/>
          </p:nvPr>
        </p:nvSpPr>
        <p:spPr>
          <a:xfrm>
            <a:off x="2929500" y="1106175"/>
            <a:ext cx="3285000" cy="12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3" name="Google Shape;153;p28"/>
          <p:cNvSpPr txBox="1"/>
          <p:nvPr>
            <p:ph idx="1" type="subTitle"/>
          </p:nvPr>
        </p:nvSpPr>
        <p:spPr>
          <a:xfrm>
            <a:off x="2929500" y="3323950"/>
            <a:ext cx="3285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>
            <p:ph type="ctrTitle"/>
          </p:nvPr>
        </p:nvSpPr>
        <p:spPr>
          <a:xfrm>
            <a:off x="4096775" y="540100"/>
            <a:ext cx="43257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9"/>
          <p:cNvSpPr txBox="1"/>
          <p:nvPr>
            <p:ph idx="1" type="subTitle"/>
          </p:nvPr>
        </p:nvSpPr>
        <p:spPr>
          <a:xfrm>
            <a:off x="4096775" y="1524100"/>
            <a:ext cx="4325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8" name="Google Shape;158;p29"/>
          <p:cNvSpPr txBox="1"/>
          <p:nvPr/>
        </p:nvSpPr>
        <p:spPr>
          <a:xfrm>
            <a:off x="4409075" y="3137600"/>
            <a:ext cx="37011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CREDITS: This presentation template was created by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including icons by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, infographics &amp; images by</a:t>
            </a:r>
            <a:r>
              <a:rPr lang="en">
                <a:solidFill>
                  <a:schemeClr val="lt2"/>
                </a:solidFill>
                <a:uFill>
                  <a:noFill/>
                </a:uFill>
                <a:latin typeface="Oxygen"/>
                <a:ea typeface="Oxygen"/>
                <a:cs typeface="Oxygen"/>
                <a:sym typeface="Oxyge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.</a:t>
            </a:r>
            <a:endParaRPr>
              <a:solidFill>
                <a:schemeClr val="lt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3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4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iret One"/>
              <a:buNone/>
              <a:defRPr sz="28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Char char="●"/>
              <a:defRPr sz="1800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ctrTitle"/>
          </p:nvPr>
        </p:nvSpPr>
        <p:spPr>
          <a:xfrm>
            <a:off x="3438725" y="1345400"/>
            <a:ext cx="4562400" cy="24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Building a Knowledge Graph for Chronic Disease Analysis</a:t>
            </a:r>
            <a:endParaRPr sz="4000">
              <a:solidFill>
                <a:schemeClr val="accent1"/>
              </a:solidFill>
            </a:endParaRPr>
          </a:p>
        </p:txBody>
      </p:sp>
      <p:sp>
        <p:nvSpPr>
          <p:cNvPr id="169" name="Google Shape;169;p33"/>
          <p:cNvSpPr txBox="1"/>
          <p:nvPr>
            <p:ph idx="1" type="subTitle"/>
          </p:nvPr>
        </p:nvSpPr>
        <p:spPr>
          <a:xfrm>
            <a:off x="3438917" y="3755900"/>
            <a:ext cx="4562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Andrea Pradas </a:t>
            </a:r>
            <a:r>
              <a:rPr lang="en"/>
              <a:t>Agujetas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MOTIVATION</a:t>
            </a:r>
            <a:endParaRPr sz="3000"/>
          </a:p>
        </p:txBody>
      </p:sp>
      <p:sp>
        <p:nvSpPr>
          <p:cNvPr id="175" name="Google Shape;175;p34"/>
          <p:cNvSpPr txBox="1"/>
          <p:nvPr>
            <p:ph type="title"/>
          </p:nvPr>
        </p:nvSpPr>
        <p:spPr>
          <a:xfrm>
            <a:off x="651420" y="3256482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CHRONIC DISEASES</a:t>
            </a:r>
            <a:endParaRPr/>
          </a:p>
        </p:txBody>
      </p:sp>
      <p:sp>
        <p:nvSpPr>
          <p:cNvPr id="176" name="Google Shape;176;p34"/>
          <p:cNvSpPr txBox="1"/>
          <p:nvPr>
            <p:ph idx="1" type="subTitle"/>
          </p:nvPr>
        </p:nvSpPr>
        <p:spPr>
          <a:xfrm>
            <a:off x="651420" y="3629154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/>
              <a:t>74%</a:t>
            </a:r>
            <a:r>
              <a:rPr lang="en" sz="1800"/>
              <a:t> of all global deaths.</a:t>
            </a:r>
            <a:endParaRPr sz="1800"/>
          </a:p>
        </p:txBody>
      </p:sp>
      <p:sp>
        <p:nvSpPr>
          <p:cNvPr id="177" name="Google Shape;177;p34"/>
          <p:cNvSpPr txBox="1"/>
          <p:nvPr>
            <p:ph idx="3" type="title"/>
          </p:nvPr>
        </p:nvSpPr>
        <p:spPr>
          <a:xfrm>
            <a:off x="3403800" y="32896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</a:t>
            </a:r>
            <a:endParaRPr/>
          </a:p>
        </p:txBody>
      </p:sp>
      <p:sp>
        <p:nvSpPr>
          <p:cNvPr id="178" name="Google Shape;178;p34"/>
          <p:cNvSpPr txBox="1"/>
          <p:nvPr>
            <p:ph idx="5" type="subTitle"/>
          </p:nvPr>
        </p:nvSpPr>
        <p:spPr>
          <a:xfrm>
            <a:off x="3403800" y="3662285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Discover hidden </a:t>
            </a:r>
            <a:r>
              <a:rPr b="1" lang="en" sz="1800"/>
              <a:t>patterns </a:t>
            </a:r>
            <a:r>
              <a:rPr lang="en" sz="1800"/>
              <a:t>in health data.</a:t>
            </a:r>
            <a:endParaRPr sz="1800"/>
          </a:p>
        </p:txBody>
      </p:sp>
      <p:sp>
        <p:nvSpPr>
          <p:cNvPr id="179" name="Google Shape;179;p34"/>
          <p:cNvSpPr txBox="1"/>
          <p:nvPr>
            <p:ph idx="6" type="title"/>
          </p:nvPr>
        </p:nvSpPr>
        <p:spPr>
          <a:xfrm>
            <a:off x="6087600" y="32896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80" name="Google Shape;180;p34"/>
          <p:cNvSpPr txBox="1"/>
          <p:nvPr>
            <p:ph idx="8" type="subTitle"/>
          </p:nvPr>
        </p:nvSpPr>
        <p:spPr>
          <a:xfrm>
            <a:off x="6087600" y="3662285"/>
            <a:ext cx="2336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Support </a:t>
            </a:r>
            <a:r>
              <a:rPr b="1" lang="en" sz="1800"/>
              <a:t>personalized </a:t>
            </a:r>
            <a:r>
              <a:rPr lang="en" sz="1800"/>
              <a:t>healthcare &amp; clinical research.</a:t>
            </a:r>
            <a:endParaRPr sz="1800"/>
          </a:p>
        </p:txBody>
      </p:sp>
      <p:sp>
        <p:nvSpPr>
          <p:cNvPr id="181" name="Google Shape;181;p34"/>
          <p:cNvSpPr/>
          <p:nvPr/>
        </p:nvSpPr>
        <p:spPr>
          <a:xfrm>
            <a:off x="1168800" y="1385575"/>
            <a:ext cx="1303800" cy="1303800"/>
          </a:xfrm>
          <a:prstGeom prst="ellipse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675" lIns="122675" spcFirstLastPara="1" rIns="122675" wrap="square" tIns="12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8"/>
          </a:p>
        </p:txBody>
      </p:sp>
      <p:cxnSp>
        <p:nvCxnSpPr>
          <p:cNvPr id="182" name="Google Shape;182;p34"/>
          <p:cNvCxnSpPr>
            <a:stCxn id="181" idx="4"/>
            <a:endCxn id="175" idx="0"/>
          </p:cNvCxnSpPr>
          <p:nvPr/>
        </p:nvCxnSpPr>
        <p:spPr>
          <a:xfrm flipH="1">
            <a:off x="1819500" y="2689375"/>
            <a:ext cx="1200" cy="567000"/>
          </a:xfrm>
          <a:prstGeom prst="straightConnector1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850" y="1551625"/>
            <a:ext cx="971700" cy="9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1450" y="1600675"/>
            <a:ext cx="873600" cy="8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4"/>
          <p:cNvSpPr/>
          <p:nvPr/>
        </p:nvSpPr>
        <p:spPr>
          <a:xfrm>
            <a:off x="3886350" y="1385575"/>
            <a:ext cx="1303800" cy="1303800"/>
          </a:xfrm>
          <a:prstGeom prst="ellipse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675" lIns="122675" spcFirstLastPara="1" rIns="122675" wrap="square" tIns="12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8"/>
          </a:p>
        </p:txBody>
      </p:sp>
      <p:cxnSp>
        <p:nvCxnSpPr>
          <p:cNvPr id="186" name="Google Shape;186;p34"/>
          <p:cNvCxnSpPr>
            <a:stCxn id="185" idx="4"/>
          </p:cNvCxnSpPr>
          <p:nvPr/>
        </p:nvCxnSpPr>
        <p:spPr>
          <a:xfrm>
            <a:off x="4538250" y="2689375"/>
            <a:ext cx="0" cy="600300"/>
          </a:xfrm>
          <a:prstGeom prst="straightConnector1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4"/>
          <p:cNvSpPr/>
          <p:nvPr/>
        </p:nvSpPr>
        <p:spPr>
          <a:xfrm>
            <a:off x="6603900" y="1385575"/>
            <a:ext cx="1303800" cy="1303800"/>
          </a:xfrm>
          <a:prstGeom prst="ellipse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675" lIns="122675" spcFirstLastPara="1" rIns="122675" wrap="square" tIns="12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8"/>
          </a:p>
        </p:txBody>
      </p:sp>
      <p:cxnSp>
        <p:nvCxnSpPr>
          <p:cNvPr id="188" name="Google Shape;188;p34"/>
          <p:cNvCxnSpPr>
            <a:stCxn id="187" idx="4"/>
          </p:cNvCxnSpPr>
          <p:nvPr/>
        </p:nvCxnSpPr>
        <p:spPr>
          <a:xfrm>
            <a:off x="7255800" y="2689375"/>
            <a:ext cx="0" cy="600300"/>
          </a:xfrm>
          <a:prstGeom prst="straightConnector1">
            <a:avLst/>
          </a:prstGeom>
          <a:noFill/>
          <a:ln cap="flat" cmpd="sng" w="255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9000" y="1600675"/>
            <a:ext cx="873600" cy="8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APPROACH &amp; TECHNICAL CONTRIBUTION</a:t>
            </a:r>
            <a:endParaRPr sz="3000"/>
          </a:p>
        </p:txBody>
      </p:sp>
      <p:sp>
        <p:nvSpPr>
          <p:cNvPr id="195" name="Google Shape;195;p35"/>
          <p:cNvSpPr txBox="1"/>
          <p:nvPr>
            <p:ph idx="4294967295" type="title"/>
          </p:nvPr>
        </p:nvSpPr>
        <p:spPr>
          <a:xfrm>
            <a:off x="779400" y="1551425"/>
            <a:ext cx="6606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Fredoka One"/>
                <a:ea typeface="Fredoka One"/>
                <a:cs typeface="Fredoka One"/>
                <a:sym typeface="Fredoka One"/>
              </a:rPr>
              <a:t>01</a:t>
            </a:r>
            <a:endParaRPr b="1" sz="2500"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720000" y="2419150"/>
            <a:ext cx="77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02</a:t>
            </a:r>
            <a:endParaRPr b="1" sz="2500"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720000" y="3181000"/>
            <a:ext cx="779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03</a:t>
            </a:r>
            <a:endParaRPr b="1" sz="2500"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779400" y="3942850"/>
            <a:ext cx="660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rPr>
              <a:t>04</a:t>
            </a:r>
            <a:endParaRPr b="1" sz="2500"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99" name="Google Shape;199;p35"/>
          <p:cNvSpPr txBox="1"/>
          <p:nvPr/>
        </p:nvSpPr>
        <p:spPr>
          <a:xfrm>
            <a:off x="1440000" y="13589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Structured data collection.</a:t>
            </a:r>
            <a:endParaRPr sz="2500"/>
          </a:p>
        </p:txBody>
      </p:sp>
      <p:sp>
        <p:nvSpPr>
          <p:cNvPr id="200" name="Google Shape;200;p35"/>
          <p:cNvSpPr txBox="1"/>
          <p:nvPr/>
        </p:nvSpPr>
        <p:spPr>
          <a:xfrm>
            <a:off x="1440000" y="2226700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Schema design &amp; ontology.</a:t>
            </a:r>
            <a:endParaRPr sz="2500">
              <a:solidFill>
                <a:schemeClr val="dk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" name="Google Shape;201;p35"/>
          <p:cNvSpPr txBox="1"/>
          <p:nvPr/>
        </p:nvSpPr>
        <p:spPr>
          <a:xfrm>
            <a:off x="1440000" y="318100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KG construction.</a:t>
            </a:r>
            <a:endParaRPr sz="2500">
              <a:solidFill>
                <a:schemeClr val="dk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1440000" y="3750400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Graph queries with SPARQL.</a:t>
            </a:r>
            <a:endParaRPr sz="2500"/>
          </a:p>
        </p:txBody>
      </p:sp>
      <p:cxnSp>
        <p:nvCxnSpPr>
          <p:cNvPr id="203" name="Google Shape;203;p35"/>
          <p:cNvCxnSpPr>
            <a:stCxn id="204" idx="2"/>
            <a:endCxn id="205" idx="0"/>
          </p:cNvCxnSpPr>
          <p:nvPr/>
        </p:nvCxnSpPr>
        <p:spPr>
          <a:xfrm flipH="1">
            <a:off x="5071250" y="2079125"/>
            <a:ext cx="1428600" cy="57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35"/>
          <p:cNvCxnSpPr>
            <a:stCxn id="204" idx="2"/>
            <a:endCxn id="207" idx="0"/>
          </p:cNvCxnSpPr>
          <p:nvPr/>
        </p:nvCxnSpPr>
        <p:spPr>
          <a:xfrm>
            <a:off x="6499850" y="2079125"/>
            <a:ext cx="0" cy="15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35"/>
          <p:cNvCxnSpPr>
            <a:stCxn id="204" idx="2"/>
            <a:endCxn id="209" idx="0"/>
          </p:cNvCxnSpPr>
          <p:nvPr/>
        </p:nvCxnSpPr>
        <p:spPr>
          <a:xfrm>
            <a:off x="6499850" y="2079125"/>
            <a:ext cx="1478700" cy="57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35"/>
          <p:cNvSpPr txBox="1"/>
          <p:nvPr>
            <p:ph idx="4294967295" type="title"/>
          </p:nvPr>
        </p:nvSpPr>
        <p:spPr>
          <a:xfrm>
            <a:off x="5904950" y="1551425"/>
            <a:ext cx="1189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highlight>
                  <a:schemeClr val="accent3"/>
                </a:highlight>
              </a:rPr>
              <a:t>PATIENT</a:t>
            </a:r>
            <a:endParaRPr b="1" sz="2500">
              <a:solidFill>
                <a:schemeClr val="lt1"/>
              </a:solidFill>
              <a:highlight>
                <a:schemeClr val="accent3"/>
              </a:highlight>
            </a:endParaRPr>
          </a:p>
        </p:txBody>
      </p:sp>
      <p:sp>
        <p:nvSpPr>
          <p:cNvPr id="205" name="Google Shape;205;p35"/>
          <p:cNvSpPr txBox="1"/>
          <p:nvPr>
            <p:ph idx="4294967295" type="title"/>
          </p:nvPr>
        </p:nvSpPr>
        <p:spPr>
          <a:xfrm>
            <a:off x="4330000" y="2655500"/>
            <a:ext cx="14826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</a:t>
            </a:r>
            <a:endParaRPr/>
          </a:p>
        </p:txBody>
      </p:sp>
      <p:sp>
        <p:nvSpPr>
          <p:cNvPr id="209" name="Google Shape;209;p35"/>
          <p:cNvSpPr txBox="1"/>
          <p:nvPr>
            <p:ph idx="4294967295" type="title"/>
          </p:nvPr>
        </p:nvSpPr>
        <p:spPr>
          <a:xfrm>
            <a:off x="6933850" y="2655500"/>
            <a:ext cx="2089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FACTOR</a:t>
            </a:r>
            <a:endParaRPr/>
          </a:p>
        </p:txBody>
      </p:sp>
      <p:sp>
        <p:nvSpPr>
          <p:cNvPr id="207" name="Google Shape;207;p35"/>
          <p:cNvSpPr txBox="1"/>
          <p:nvPr>
            <p:ph idx="4294967295" type="title"/>
          </p:nvPr>
        </p:nvSpPr>
        <p:spPr>
          <a:xfrm>
            <a:off x="5166950" y="3623900"/>
            <a:ext cx="2665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MEASUREMENTS</a:t>
            </a:r>
            <a:endParaRPr/>
          </a:p>
        </p:txBody>
      </p:sp>
      <p:sp>
        <p:nvSpPr>
          <p:cNvPr id="210" name="Google Shape;210;p35"/>
          <p:cNvSpPr txBox="1"/>
          <p:nvPr/>
        </p:nvSpPr>
        <p:spPr>
          <a:xfrm>
            <a:off x="4422350" y="1904825"/>
            <a:ext cx="148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hasDisease</a:t>
            </a:r>
            <a:endParaRPr b="1" sz="1800">
              <a:solidFill>
                <a:schemeClr val="lt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" name="Google Shape;211;p35"/>
          <p:cNvSpPr txBox="1"/>
          <p:nvPr/>
        </p:nvSpPr>
        <p:spPr>
          <a:xfrm>
            <a:off x="7043600" y="1904825"/>
            <a:ext cx="17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hasRiskFactor</a:t>
            </a: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5455250" y="3018850"/>
            <a:ext cx="208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hasMeasurement</a:t>
            </a:r>
            <a:endParaRPr/>
          </a:p>
        </p:txBody>
      </p:sp>
      <p:sp>
        <p:nvSpPr>
          <p:cNvPr id="213" name="Google Shape;213;p35"/>
          <p:cNvSpPr txBox="1"/>
          <p:nvPr/>
        </p:nvSpPr>
        <p:spPr>
          <a:xfrm>
            <a:off x="5672150" y="4433991"/>
            <a:ext cx="165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rPr>
              <a:t>SNOMED CT</a:t>
            </a:r>
            <a:endParaRPr/>
          </a:p>
        </p:txBody>
      </p:sp>
      <p:sp>
        <p:nvSpPr>
          <p:cNvPr id="214" name="Google Shape;214;p35"/>
          <p:cNvSpPr txBox="1"/>
          <p:nvPr/>
        </p:nvSpPr>
        <p:spPr>
          <a:xfrm>
            <a:off x="5267075" y="4327875"/>
            <a:ext cx="48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2"/>
                </a:solidFill>
              </a:rPr>
              <a:t>★</a:t>
            </a:r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RESULTS</a:t>
            </a:r>
            <a:endParaRPr sz="3200"/>
          </a:p>
        </p:txBody>
      </p:sp>
      <p:sp>
        <p:nvSpPr>
          <p:cNvPr id="220" name="Google Shape;220;p36"/>
          <p:cNvSpPr txBox="1"/>
          <p:nvPr/>
        </p:nvSpPr>
        <p:spPr>
          <a:xfrm>
            <a:off x="6430975" y="1541713"/>
            <a:ext cx="2292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Shared </a:t>
            </a:r>
            <a:r>
              <a:rPr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Risk Factors Identified.</a:t>
            </a:r>
            <a:endParaRPr sz="2000">
              <a:solidFill>
                <a:schemeClr val="dk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6430975" y="2394125"/>
            <a:ext cx="24207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Comorbidity </a:t>
            </a:r>
            <a:r>
              <a:rPr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Pathways Exposed.</a:t>
            </a:r>
            <a:endParaRPr sz="2000">
              <a:solidFill>
                <a:schemeClr val="dk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" name="Google Shape;222;p36"/>
          <p:cNvSpPr/>
          <p:nvPr/>
        </p:nvSpPr>
        <p:spPr>
          <a:xfrm rot="10800000">
            <a:off x="6073767" y="1758616"/>
            <a:ext cx="270683" cy="270694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6" title="image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88" y="1017730"/>
            <a:ext cx="5072525" cy="400764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6"/>
          <p:cNvSpPr txBox="1"/>
          <p:nvPr>
            <p:ph idx="4294967295" type="title"/>
          </p:nvPr>
        </p:nvSpPr>
        <p:spPr>
          <a:xfrm>
            <a:off x="3851055" y="3610550"/>
            <a:ext cx="1001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7C2AB"/>
                </a:highlight>
              </a:rPr>
              <a:t>PATIENT</a:t>
            </a:r>
            <a:endParaRPr b="1" sz="2000">
              <a:highlight>
                <a:srgbClr val="F7C2AB"/>
              </a:highlight>
            </a:endParaRPr>
          </a:p>
        </p:txBody>
      </p:sp>
      <p:sp>
        <p:nvSpPr>
          <p:cNvPr id="225" name="Google Shape;225;p36"/>
          <p:cNvSpPr txBox="1"/>
          <p:nvPr>
            <p:ph idx="4294967295" type="title"/>
          </p:nvPr>
        </p:nvSpPr>
        <p:spPr>
          <a:xfrm>
            <a:off x="4683950" y="4497675"/>
            <a:ext cx="1056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7C2AB"/>
                </a:highlight>
              </a:rPr>
              <a:t>DISEASE</a:t>
            </a:r>
            <a:endParaRPr b="1" sz="2000">
              <a:highlight>
                <a:srgbClr val="F7C2AB"/>
              </a:highlight>
            </a:endParaRPr>
          </a:p>
        </p:txBody>
      </p:sp>
      <p:sp>
        <p:nvSpPr>
          <p:cNvPr id="226" name="Google Shape;226;p36"/>
          <p:cNvSpPr txBox="1"/>
          <p:nvPr>
            <p:ph idx="4294967295" type="title"/>
          </p:nvPr>
        </p:nvSpPr>
        <p:spPr>
          <a:xfrm>
            <a:off x="426575" y="2516975"/>
            <a:ext cx="17394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7C2AB"/>
                </a:highlight>
              </a:rPr>
              <a:t>RISK FACTOR</a:t>
            </a:r>
            <a:endParaRPr b="1" sz="2000">
              <a:highlight>
                <a:srgbClr val="F7C2AB"/>
              </a:highlight>
            </a:endParaRPr>
          </a:p>
        </p:txBody>
      </p:sp>
      <p:sp>
        <p:nvSpPr>
          <p:cNvPr id="227" name="Google Shape;227;p36"/>
          <p:cNvSpPr txBox="1"/>
          <p:nvPr>
            <p:ph idx="4294967295" type="title"/>
          </p:nvPr>
        </p:nvSpPr>
        <p:spPr>
          <a:xfrm>
            <a:off x="316472" y="1282950"/>
            <a:ext cx="19596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7C2AB"/>
                </a:highlight>
              </a:rPr>
              <a:t>MEASUREMENTS</a:t>
            </a:r>
            <a:endParaRPr b="1" sz="2000">
              <a:highlight>
                <a:srgbClr val="F7C2AB"/>
              </a:highlight>
            </a:endParaRPr>
          </a:p>
        </p:txBody>
      </p:sp>
      <p:cxnSp>
        <p:nvCxnSpPr>
          <p:cNvPr id="228" name="Google Shape;228;p36"/>
          <p:cNvCxnSpPr>
            <a:endCxn id="224" idx="1"/>
          </p:cNvCxnSpPr>
          <p:nvPr/>
        </p:nvCxnSpPr>
        <p:spPr>
          <a:xfrm>
            <a:off x="3194355" y="3874400"/>
            <a:ext cx="65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9" name="Google Shape;229;p36"/>
          <p:cNvCxnSpPr>
            <a:endCxn id="226" idx="2"/>
          </p:cNvCxnSpPr>
          <p:nvPr/>
        </p:nvCxnSpPr>
        <p:spPr>
          <a:xfrm rot="10800000">
            <a:off x="1296275" y="3044675"/>
            <a:ext cx="931200" cy="3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30" name="Google Shape;230;p36"/>
          <p:cNvCxnSpPr>
            <a:stCxn id="225" idx="1"/>
          </p:cNvCxnSpPr>
          <p:nvPr/>
        </p:nvCxnSpPr>
        <p:spPr>
          <a:xfrm rot="10800000">
            <a:off x="4392050" y="4613325"/>
            <a:ext cx="291900" cy="1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1" name="Google Shape;231;p36"/>
          <p:cNvCxnSpPr>
            <a:endCxn id="227" idx="2"/>
          </p:cNvCxnSpPr>
          <p:nvPr/>
        </p:nvCxnSpPr>
        <p:spPr>
          <a:xfrm rot="10800000">
            <a:off x="1296272" y="1810650"/>
            <a:ext cx="613500" cy="14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2" name="Google Shape;232;p36"/>
          <p:cNvSpPr/>
          <p:nvPr/>
        </p:nvSpPr>
        <p:spPr>
          <a:xfrm rot="10800000">
            <a:off x="6073767" y="2628241"/>
            <a:ext cx="270683" cy="270694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/>
          <p:nvPr/>
        </p:nvSpPr>
        <p:spPr>
          <a:xfrm rot="10800000">
            <a:off x="6073767" y="3497879"/>
            <a:ext cx="270683" cy="270694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 txBox="1"/>
          <p:nvPr/>
        </p:nvSpPr>
        <p:spPr>
          <a:xfrm>
            <a:off x="6430975" y="3246525"/>
            <a:ext cx="2292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Patient </a:t>
            </a:r>
            <a:r>
              <a:rPr b="1"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Clustering </a:t>
            </a:r>
            <a:r>
              <a:rPr lang="en" sz="2000">
                <a:solidFill>
                  <a:schemeClr val="dk2"/>
                </a:solidFill>
                <a:latin typeface="Oxygen"/>
                <a:ea typeface="Oxygen"/>
                <a:cs typeface="Oxygen"/>
                <a:sym typeface="Oxygen"/>
              </a:rPr>
              <a:t>&amp; Profiles.</a:t>
            </a:r>
            <a:endParaRPr sz="2000">
              <a:solidFill>
                <a:schemeClr val="dk2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 rot="10800000">
            <a:off x="1640152" y="3094669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/>
          <p:nvPr/>
        </p:nvSpPr>
        <p:spPr>
          <a:xfrm rot="10800000">
            <a:off x="4270852" y="3094669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 rot="10800000">
            <a:off x="6901526" y="3094669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/>
          <p:nvPr/>
        </p:nvSpPr>
        <p:spPr>
          <a:xfrm rot="10800000">
            <a:off x="6901539" y="1215642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/>
          <p:nvPr/>
        </p:nvSpPr>
        <p:spPr>
          <a:xfrm rot="10800000">
            <a:off x="4270864" y="1215642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244" name="Google Shape;244;p37"/>
          <p:cNvSpPr/>
          <p:nvPr/>
        </p:nvSpPr>
        <p:spPr>
          <a:xfrm rot="10800000">
            <a:off x="1640165" y="1215642"/>
            <a:ext cx="602296" cy="602319"/>
          </a:xfrm>
          <a:custGeom>
            <a:rect b="b" l="l" r="r" t="t"/>
            <a:pathLst>
              <a:path extrusionOk="0" h="103714" w="103710">
                <a:moveTo>
                  <a:pt x="51861" y="0"/>
                </a:moveTo>
                <a:lnTo>
                  <a:pt x="51192" y="13"/>
                </a:lnTo>
                <a:lnTo>
                  <a:pt x="50522" y="25"/>
                </a:lnTo>
                <a:lnTo>
                  <a:pt x="49852" y="38"/>
                </a:lnTo>
                <a:lnTo>
                  <a:pt x="49183" y="76"/>
                </a:lnTo>
                <a:lnTo>
                  <a:pt x="48526" y="114"/>
                </a:lnTo>
                <a:lnTo>
                  <a:pt x="47869" y="152"/>
                </a:lnTo>
                <a:lnTo>
                  <a:pt x="47212" y="215"/>
                </a:lnTo>
                <a:lnTo>
                  <a:pt x="46555" y="278"/>
                </a:lnTo>
                <a:lnTo>
                  <a:pt x="45898" y="341"/>
                </a:lnTo>
                <a:lnTo>
                  <a:pt x="45254" y="417"/>
                </a:lnTo>
                <a:lnTo>
                  <a:pt x="44610" y="505"/>
                </a:lnTo>
                <a:lnTo>
                  <a:pt x="43965" y="607"/>
                </a:lnTo>
                <a:lnTo>
                  <a:pt x="43321" y="708"/>
                </a:lnTo>
                <a:lnTo>
                  <a:pt x="42677" y="821"/>
                </a:lnTo>
                <a:lnTo>
                  <a:pt x="42045" y="935"/>
                </a:lnTo>
                <a:lnTo>
                  <a:pt x="41401" y="1061"/>
                </a:lnTo>
                <a:lnTo>
                  <a:pt x="40769" y="1188"/>
                </a:lnTo>
                <a:lnTo>
                  <a:pt x="40150" y="1339"/>
                </a:lnTo>
                <a:lnTo>
                  <a:pt x="39518" y="1478"/>
                </a:lnTo>
                <a:lnTo>
                  <a:pt x="38899" y="1642"/>
                </a:lnTo>
                <a:lnTo>
                  <a:pt x="38280" y="1807"/>
                </a:lnTo>
                <a:lnTo>
                  <a:pt x="37661" y="1971"/>
                </a:lnTo>
                <a:lnTo>
                  <a:pt x="37042" y="2148"/>
                </a:lnTo>
                <a:lnTo>
                  <a:pt x="36436" y="2337"/>
                </a:lnTo>
                <a:lnTo>
                  <a:pt x="35829" y="2527"/>
                </a:lnTo>
                <a:lnTo>
                  <a:pt x="35223" y="2729"/>
                </a:lnTo>
                <a:lnTo>
                  <a:pt x="34629" y="2931"/>
                </a:lnTo>
                <a:lnTo>
                  <a:pt x="34023" y="3146"/>
                </a:lnTo>
                <a:lnTo>
                  <a:pt x="33429" y="3373"/>
                </a:lnTo>
                <a:lnTo>
                  <a:pt x="32848" y="3600"/>
                </a:lnTo>
                <a:lnTo>
                  <a:pt x="32254" y="3840"/>
                </a:lnTo>
                <a:lnTo>
                  <a:pt x="31673" y="4080"/>
                </a:lnTo>
                <a:lnTo>
                  <a:pt x="31092" y="4333"/>
                </a:lnTo>
                <a:lnTo>
                  <a:pt x="30510" y="4586"/>
                </a:lnTo>
                <a:lnTo>
                  <a:pt x="29942" y="4851"/>
                </a:lnTo>
                <a:lnTo>
                  <a:pt x="29373" y="5116"/>
                </a:lnTo>
                <a:lnTo>
                  <a:pt x="28805" y="5394"/>
                </a:lnTo>
                <a:lnTo>
                  <a:pt x="28249" y="5672"/>
                </a:lnTo>
                <a:lnTo>
                  <a:pt x="27693" y="5963"/>
                </a:lnTo>
                <a:lnTo>
                  <a:pt x="27137" y="6266"/>
                </a:lnTo>
                <a:lnTo>
                  <a:pt x="26594" y="6569"/>
                </a:lnTo>
                <a:lnTo>
                  <a:pt x="26051" y="6872"/>
                </a:lnTo>
                <a:lnTo>
                  <a:pt x="24964" y="7517"/>
                </a:lnTo>
                <a:lnTo>
                  <a:pt x="23903" y="8173"/>
                </a:lnTo>
                <a:lnTo>
                  <a:pt x="22867" y="8856"/>
                </a:lnTo>
                <a:lnTo>
                  <a:pt x="21831" y="9576"/>
                </a:lnTo>
                <a:lnTo>
                  <a:pt x="20833" y="10308"/>
                </a:lnTo>
                <a:lnTo>
                  <a:pt x="19835" y="11066"/>
                </a:lnTo>
                <a:lnTo>
                  <a:pt x="18875" y="11850"/>
                </a:lnTo>
                <a:lnTo>
                  <a:pt x="17915" y="12645"/>
                </a:lnTo>
                <a:lnTo>
                  <a:pt x="16992" y="13479"/>
                </a:lnTo>
                <a:lnTo>
                  <a:pt x="16083" y="14326"/>
                </a:lnTo>
                <a:lnTo>
                  <a:pt x="15186" y="15197"/>
                </a:lnTo>
                <a:lnTo>
                  <a:pt x="14314" y="16081"/>
                </a:lnTo>
                <a:lnTo>
                  <a:pt x="13468" y="16991"/>
                </a:lnTo>
                <a:lnTo>
                  <a:pt x="12646" y="17926"/>
                </a:lnTo>
                <a:lnTo>
                  <a:pt x="11838" y="18873"/>
                </a:lnTo>
                <a:lnTo>
                  <a:pt x="11055" y="19846"/>
                </a:lnTo>
                <a:lnTo>
                  <a:pt x="10297" y="20831"/>
                </a:lnTo>
                <a:lnTo>
                  <a:pt x="9564" y="21842"/>
                </a:lnTo>
                <a:lnTo>
                  <a:pt x="8856" y="22865"/>
                </a:lnTo>
                <a:lnTo>
                  <a:pt x="8174" y="23914"/>
                </a:lnTo>
                <a:lnTo>
                  <a:pt x="7505" y="24975"/>
                </a:lnTo>
                <a:lnTo>
                  <a:pt x="6873" y="26049"/>
                </a:lnTo>
                <a:lnTo>
                  <a:pt x="6557" y="26592"/>
                </a:lnTo>
                <a:lnTo>
                  <a:pt x="6254" y="27148"/>
                </a:lnTo>
                <a:lnTo>
                  <a:pt x="5963" y="27691"/>
                </a:lnTo>
                <a:lnTo>
                  <a:pt x="5673" y="28247"/>
                </a:lnTo>
                <a:lnTo>
                  <a:pt x="5395" y="28815"/>
                </a:lnTo>
                <a:lnTo>
                  <a:pt x="5117" y="29384"/>
                </a:lnTo>
                <a:lnTo>
                  <a:pt x="4839" y="29952"/>
                </a:lnTo>
                <a:lnTo>
                  <a:pt x="4586" y="30521"/>
                </a:lnTo>
                <a:lnTo>
                  <a:pt x="4321" y="31102"/>
                </a:lnTo>
                <a:lnTo>
                  <a:pt x="4068" y="31670"/>
                </a:lnTo>
                <a:lnTo>
                  <a:pt x="3828" y="32264"/>
                </a:lnTo>
                <a:lnTo>
                  <a:pt x="3601" y="32845"/>
                </a:lnTo>
                <a:lnTo>
                  <a:pt x="3373" y="33439"/>
                </a:lnTo>
                <a:lnTo>
                  <a:pt x="3146" y="34032"/>
                </a:lnTo>
                <a:lnTo>
                  <a:pt x="2931" y="34626"/>
                </a:lnTo>
                <a:lnTo>
                  <a:pt x="2729" y="35233"/>
                </a:lnTo>
                <a:lnTo>
                  <a:pt x="2527" y="35826"/>
                </a:lnTo>
                <a:lnTo>
                  <a:pt x="2325" y="36445"/>
                </a:lnTo>
                <a:lnTo>
                  <a:pt x="2148" y="37052"/>
                </a:lnTo>
                <a:lnTo>
                  <a:pt x="1971" y="37658"/>
                </a:lnTo>
                <a:lnTo>
                  <a:pt x="1794" y="38277"/>
                </a:lnTo>
                <a:lnTo>
                  <a:pt x="1630" y="38896"/>
                </a:lnTo>
                <a:lnTo>
                  <a:pt x="1478" y="39528"/>
                </a:lnTo>
                <a:lnTo>
                  <a:pt x="1327" y="40147"/>
                </a:lnTo>
                <a:lnTo>
                  <a:pt x="1188" y="40778"/>
                </a:lnTo>
                <a:lnTo>
                  <a:pt x="1049" y="41410"/>
                </a:lnTo>
                <a:lnTo>
                  <a:pt x="922" y="42042"/>
                </a:lnTo>
                <a:lnTo>
                  <a:pt x="809" y="42686"/>
                </a:lnTo>
                <a:lnTo>
                  <a:pt x="695" y="43317"/>
                </a:lnTo>
                <a:lnTo>
                  <a:pt x="594" y="43962"/>
                </a:lnTo>
                <a:lnTo>
                  <a:pt x="506" y="44606"/>
                </a:lnTo>
                <a:lnTo>
                  <a:pt x="417" y="45250"/>
                </a:lnTo>
                <a:lnTo>
                  <a:pt x="341" y="45907"/>
                </a:lnTo>
                <a:lnTo>
                  <a:pt x="266" y="46564"/>
                </a:lnTo>
                <a:lnTo>
                  <a:pt x="202" y="47208"/>
                </a:lnTo>
                <a:lnTo>
                  <a:pt x="152" y="47865"/>
                </a:lnTo>
                <a:lnTo>
                  <a:pt x="101" y="48535"/>
                </a:lnTo>
                <a:lnTo>
                  <a:pt x="63" y="49192"/>
                </a:lnTo>
                <a:lnTo>
                  <a:pt x="38" y="49861"/>
                </a:lnTo>
                <a:lnTo>
                  <a:pt x="13" y="50518"/>
                </a:lnTo>
                <a:lnTo>
                  <a:pt x="0" y="51188"/>
                </a:lnTo>
                <a:lnTo>
                  <a:pt x="0" y="51857"/>
                </a:lnTo>
                <a:lnTo>
                  <a:pt x="0" y="52527"/>
                </a:lnTo>
                <a:lnTo>
                  <a:pt x="13" y="53196"/>
                </a:lnTo>
                <a:lnTo>
                  <a:pt x="38" y="53866"/>
                </a:lnTo>
                <a:lnTo>
                  <a:pt x="63" y="54523"/>
                </a:lnTo>
                <a:lnTo>
                  <a:pt x="101" y="55192"/>
                </a:lnTo>
                <a:lnTo>
                  <a:pt x="152" y="55849"/>
                </a:lnTo>
                <a:lnTo>
                  <a:pt x="202" y="56506"/>
                </a:lnTo>
                <a:lnTo>
                  <a:pt x="266" y="57163"/>
                </a:lnTo>
                <a:lnTo>
                  <a:pt x="341" y="57820"/>
                </a:lnTo>
                <a:lnTo>
                  <a:pt x="417" y="58464"/>
                </a:lnTo>
                <a:lnTo>
                  <a:pt x="506" y="59108"/>
                </a:lnTo>
                <a:lnTo>
                  <a:pt x="594" y="59752"/>
                </a:lnTo>
                <a:lnTo>
                  <a:pt x="695" y="60397"/>
                </a:lnTo>
                <a:lnTo>
                  <a:pt x="809" y="61041"/>
                </a:lnTo>
                <a:lnTo>
                  <a:pt x="922" y="61673"/>
                </a:lnTo>
                <a:lnTo>
                  <a:pt x="1049" y="62304"/>
                </a:lnTo>
                <a:lnTo>
                  <a:pt x="1188" y="62936"/>
                </a:lnTo>
                <a:lnTo>
                  <a:pt x="1327" y="63568"/>
                </a:lnTo>
                <a:lnTo>
                  <a:pt x="1478" y="64199"/>
                </a:lnTo>
                <a:lnTo>
                  <a:pt x="1630" y="64818"/>
                </a:lnTo>
                <a:lnTo>
                  <a:pt x="1794" y="65437"/>
                </a:lnTo>
                <a:lnTo>
                  <a:pt x="1971" y="66056"/>
                </a:lnTo>
                <a:lnTo>
                  <a:pt x="2148" y="66675"/>
                </a:lnTo>
                <a:lnTo>
                  <a:pt x="2325" y="67282"/>
                </a:lnTo>
                <a:lnTo>
                  <a:pt x="2527" y="67888"/>
                </a:lnTo>
                <a:lnTo>
                  <a:pt x="2729" y="68494"/>
                </a:lnTo>
                <a:lnTo>
                  <a:pt x="2931" y="69088"/>
                </a:lnTo>
                <a:lnTo>
                  <a:pt x="3146" y="69694"/>
                </a:lnTo>
                <a:lnTo>
                  <a:pt x="3373" y="70288"/>
                </a:lnTo>
                <a:lnTo>
                  <a:pt x="3601" y="70869"/>
                </a:lnTo>
                <a:lnTo>
                  <a:pt x="3828" y="71463"/>
                </a:lnTo>
                <a:lnTo>
                  <a:pt x="4068" y="72044"/>
                </a:lnTo>
                <a:lnTo>
                  <a:pt x="4321" y="72625"/>
                </a:lnTo>
                <a:lnTo>
                  <a:pt x="4586" y="73194"/>
                </a:lnTo>
                <a:lnTo>
                  <a:pt x="4839" y="73775"/>
                </a:lnTo>
                <a:lnTo>
                  <a:pt x="5117" y="74343"/>
                </a:lnTo>
                <a:lnTo>
                  <a:pt x="5395" y="74912"/>
                </a:lnTo>
                <a:lnTo>
                  <a:pt x="5673" y="75467"/>
                </a:lnTo>
                <a:lnTo>
                  <a:pt x="5963" y="76023"/>
                </a:lnTo>
                <a:lnTo>
                  <a:pt x="6254" y="76579"/>
                </a:lnTo>
                <a:lnTo>
                  <a:pt x="6557" y="77122"/>
                </a:lnTo>
                <a:lnTo>
                  <a:pt x="6873" y="77666"/>
                </a:lnTo>
                <a:lnTo>
                  <a:pt x="7189" y="78209"/>
                </a:lnTo>
                <a:lnTo>
                  <a:pt x="7505" y="78752"/>
                </a:lnTo>
                <a:lnTo>
                  <a:pt x="8174" y="79813"/>
                </a:lnTo>
                <a:lnTo>
                  <a:pt x="8856" y="80849"/>
                </a:lnTo>
                <a:lnTo>
                  <a:pt x="9564" y="81872"/>
                </a:lnTo>
                <a:lnTo>
                  <a:pt x="10297" y="82883"/>
                </a:lnTo>
                <a:lnTo>
                  <a:pt x="11055" y="83868"/>
                </a:lnTo>
                <a:lnTo>
                  <a:pt x="11838" y="84841"/>
                </a:lnTo>
                <a:lnTo>
                  <a:pt x="12646" y="85788"/>
                </a:lnTo>
                <a:lnTo>
                  <a:pt x="13468" y="86723"/>
                </a:lnTo>
                <a:lnTo>
                  <a:pt x="14314" y="87633"/>
                </a:lnTo>
                <a:lnTo>
                  <a:pt x="15186" y="88530"/>
                </a:lnTo>
                <a:lnTo>
                  <a:pt x="16083" y="89401"/>
                </a:lnTo>
                <a:lnTo>
                  <a:pt x="16992" y="90248"/>
                </a:lnTo>
                <a:lnTo>
                  <a:pt x="17915" y="91069"/>
                </a:lnTo>
                <a:lnTo>
                  <a:pt x="18875" y="91877"/>
                </a:lnTo>
                <a:lnTo>
                  <a:pt x="19835" y="92660"/>
                </a:lnTo>
                <a:lnTo>
                  <a:pt x="20833" y="93418"/>
                </a:lnTo>
                <a:lnTo>
                  <a:pt x="21831" y="94151"/>
                </a:lnTo>
                <a:lnTo>
                  <a:pt x="22867" y="94859"/>
                </a:lnTo>
                <a:lnTo>
                  <a:pt x="23903" y="95541"/>
                </a:lnTo>
                <a:lnTo>
                  <a:pt x="24964" y="96210"/>
                </a:lnTo>
                <a:lnTo>
                  <a:pt x="26051" y="96842"/>
                </a:lnTo>
                <a:lnTo>
                  <a:pt x="26594" y="97158"/>
                </a:lnTo>
                <a:lnTo>
                  <a:pt x="27137" y="97461"/>
                </a:lnTo>
                <a:lnTo>
                  <a:pt x="27693" y="97751"/>
                </a:lnTo>
                <a:lnTo>
                  <a:pt x="28249" y="98042"/>
                </a:lnTo>
                <a:lnTo>
                  <a:pt x="28805" y="98320"/>
                </a:lnTo>
                <a:lnTo>
                  <a:pt x="29373" y="98598"/>
                </a:lnTo>
                <a:lnTo>
                  <a:pt x="29942" y="98876"/>
                </a:lnTo>
                <a:lnTo>
                  <a:pt x="30510" y="99128"/>
                </a:lnTo>
                <a:lnTo>
                  <a:pt x="31092" y="99394"/>
                </a:lnTo>
                <a:lnTo>
                  <a:pt x="31673" y="99634"/>
                </a:lnTo>
                <a:lnTo>
                  <a:pt x="32254" y="99886"/>
                </a:lnTo>
                <a:lnTo>
                  <a:pt x="32848" y="100114"/>
                </a:lnTo>
                <a:lnTo>
                  <a:pt x="33429" y="100341"/>
                </a:lnTo>
                <a:lnTo>
                  <a:pt x="34023" y="100568"/>
                </a:lnTo>
                <a:lnTo>
                  <a:pt x="34629" y="100783"/>
                </a:lnTo>
                <a:lnTo>
                  <a:pt x="35223" y="100985"/>
                </a:lnTo>
                <a:lnTo>
                  <a:pt x="35829" y="101187"/>
                </a:lnTo>
                <a:lnTo>
                  <a:pt x="36436" y="101377"/>
                </a:lnTo>
                <a:lnTo>
                  <a:pt x="37042" y="101566"/>
                </a:lnTo>
                <a:lnTo>
                  <a:pt x="37661" y="101743"/>
                </a:lnTo>
                <a:lnTo>
                  <a:pt x="38280" y="101920"/>
                </a:lnTo>
                <a:lnTo>
                  <a:pt x="38899" y="102084"/>
                </a:lnTo>
                <a:lnTo>
                  <a:pt x="39518" y="102236"/>
                </a:lnTo>
                <a:lnTo>
                  <a:pt x="40150" y="102388"/>
                </a:lnTo>
                <a:lnTo>
                  <a:pt x="40769" y="102527"/>
                </a:lnTo>
                <a:lnTo>
                  <a:pt x="41401" y="102665"/>
                </a:lnTo>
                <a:lnTo>
                  <a:pt x="42045" y="102792"/>
                </a:lnTo>
                <a:lnTo>
                  <a:pt x="42677" y="102906"/>
                </a:lnTo>
                <a:lnTo>
                  <a:pt x="43321" y="103019"/>
                </a:lnTo>
                <a:lnTo>
                  <a:pt x="43965" y="103120"/>
                </a:lnTo>
                <a:lnTo>
                  <a:pt x="44610" y="103209"/>
                </a:lnTo>
                <a:lnTo>
                  <a:pt x="45254" y="103297"/>
                </a:lnTo>
                <a:lnTo>
                  <a:pt x="45898" y="103373"/>
                </a:lnTo>
                <a:lnTo>
                  <a:pt x="46555" y="103449"/>
                </a:lnTo>
                <a:lnTo>
                  <a:pt x="47212" y="103512"/>
                </a:lnTo>
                <a:lnTo>
                  <a:pt x="47869" y="103562"/>
                </a:lnTo>
                <a:lnTo>
                  <a:pt x="48526" y="103613"/>
                </a:lnTo>
                <a:lnTo>
                  <a:pt x="49183" y="103651"/>
                </a:lnTo>
                <a:lnTo>
                  <a:pt x="49852" y="103676"/>
                </a:lnTo>
                <a:lnTo>
                  <a:pt x="50522" y="103701"/>
                </a:lnTo>
                <a:lnTo>
                  <a:pt x="51192" y="103714"/>
                </a:lnTo>
                <a:lnTo>
                  <a:pt x="52531" y="103714"/>
                </a:lnTo>
                <a:lnTo>
                  <a:pt x="53200" y="103701"/>
                </a:lnTo>
                <a:lnTo>
                  <a:pt x="53857" y="103676"/>
                </a:lnTo>
                <a:lnTo>
                  <a:pt x="54527" y="103651"/>
                </a:lnTo>
                <a:lnTo>
                  <a:pt x="55184" y="103613"/>
                </a:lnTo>
                <a:lnTo>
                  <a:pt x="55853" y="103562"/>
                </a:lnTo>
                <a:lnTo>
                  <a:pt x="56510" y="103512"/>
                </a:lnTo>
                <a:lnTo>
                  <a:pt x="57155" y="103449"/>
                </a:lnTo>
                <a:lnTo>
                  <a:pt x="57812" y="103373"/>
                </a:lnTo>
                <a:lnTo>
                  <a:pt x="58456" y="103297"/>
                </a:lnTo>
                <a:lnTo>
                  <a:pt x="59113" y="103209"/>
                </a:lnTo>
                <a:lnTo>
                  <a:pt x="59757" y="103120"/>
                </a:lnTo>
                <a:lnTo>
                  <a:pt x="60402" y="103019"/>
                </a:lnTo>
                <a:lnTo>
                  <a:pt x="61033" y="102906"/>
                </a:lnTo>
                <a:lnTo>
                  <a:pt x="61678" y="102792"/>
                </a:lnTo>
                <a:lnTo>
                  <a:pt x="62309" y="102665"/>
                </a:lnTo>
                <a:lnTo>
                  <a:pt x="62941" y="102527"/>
                </a:lnTo>
                <a:lnTo>
                  <a:pt x="63573" y="102388"/>
                </a:lnTo>
                <a:lnTo>
                  <a:pt x="64192" y="102236"/>
                </a:lnTo>
                <a:lnTo>
                  <a:pt x="64823" y="102084"/>
                </a:lnTo>
                <a:lnTo>
                  <a:pt x="65442" y="101920"/>
                </a:lnTo>
                <a:lnTo>
                  <a:pt x="66049" y="101743"/>
                </a:lnTo>
                <a:lnTo>
                  <a:pt x="66668" y="101566"/>
                </a:lnTo>
                <a:lnTo>
                  <a:pt x="67274" y="101377"/>
                </a:lnTo>
                <a:lnTo>
                  <a:pt x="67881" y="101187"/>
                </a:lnTo>
                <a:lnTo>
                  <a:pt x="68487" y="100985"/>
                </a:lnTo>
                <a:lnTo>
                  <a:pt x="69094" y="100783"/>
                </a:lnTo>
                <a:lnTo>
                  <a:pt x="69687" y="100568"/>
                </a:lnTo>
                <a:lnTo>
                  <a:pt x="70281" y="100341"/>
                </a:lnTo>
                <a:lnTo>
                  <a:pt x="70875" y="100114"/>
                </a:lnTo>
                <a:lnTo>
                  <a:pt x="71456" y="99886"/>
                </a:lnTo>
                <a:lnTo>
                  <a:pt x="72037" y="99634"/>
                </a:lnTo>
                <a:lnTo>
                  <a:pt x="72618" y="99394"/>
                </a:lnTo>
                <a:lnTo>
                  <a:pt x="73199" y="99128"/>
                </a:lnTo>
                <a:lnTo>
                  <a:pt x="73768" y="98876"/>
                </a:lnTo>
                <a:lnTo>
                  <a:pt x="74336" y="98598"/>
                </a:lnTo>
                <a:lnTo>
                  <a:pt x="74905" y="98320"/>
                </a:lnTo>
                <a:lnTo>
                  <a:pt x="75461" y="98042"/>
                </a:lnTo>
                <a:lnTo>
                  <a:pt x="76029" y="97751"/>
                </a:lnTo>
                <a:lnTo>
                  <a:pt x="76573" y="97461"/>
                </a:lnTo>
                <a:lnTo>
                  <a:pt x="77129" y="97158"/>
                </a:lnTo>
                <a:lnTo>
                  <a:pt x="77672" y="96842"/>
                </a:lnTo>
                <a:lnTo>
                  <a:pt x="78746" y="96210"/>
                </a:lnTo>
                <a:lnTo>
                  <a:pt x="79807" y="95541"/>
                </a:lnTo>
                <a:lnTo>
                  <a:pt x="80855" y="94859"/>
                </a:lnTo>
                <a:lnTo>
                  <a:pt x="81879" y="94151"/>
                </a:lnTo>
                <a:lnTo>
                  <a:pt x="82889" y="93418"/>
                </a:lnTo>
                <a:lnTo>
                  <a:pt x="83875" y="92660"/>
                </a:lnTo>
                <a:lnTo>
                  <a:pt x="84848" y="91877"/>
                </a:lnTo>
                <a:lnTo>
                  <a:pt x="85795" y="91069"/>
                </a:lnTo>
                <a:lnTo>
                  <a:pt x="86730" y="90248"/>
                </a:lnTo>
                <a:lnTo>
                  <a:pt x="87640" y="89401"/>
                </a:lnTo>
                <a:lnTo>
                  <a:pt x="88524" y="88530"/>
                </a:lnTo>
                <a:lnTo>
                  <a:pt x="89396" y="87633"/>
                </a:lnTo>
                <a:lnTo>
                  <a:pt x="90242" y="86723"/>
                </a:lnTo>
                <a:lnTo>
                  <a:pt x="91076" y="85788"/>
                </a:lnTo>
                <a:lnTo>
                  <a:pt x="91872" y="84841"/>
                </a:lnTo>
                <a:lnTo>
                  <a:pt x="92655" y="83868"/>
                </a:lnTo>
                <a:lnTo>
                  <a:pt x="93413" y="82883"/>
                </a:lnTo>
                <a:lnTo>
                  <a:pt x="94146" y="81872"/>
                </a:lnTo>
                <a:lnTo>
                  <a:pt x="94853" y="80849"/>
                </a:lnTo>
                <a:lnTo>
                  <a:pt x="95548" y="79813"/>
                </a:lnTo>
                <a:lnTo>
                  <a:pt x="96205" y="78752"/>
                </a:lnTo>
                <a:lnTo>
                  <a:pt x="96850" y="77666"/>
                </a:lnTo>
                <a:lnTo>
                  <a:pt x="97153" y="77122"/>
                </a:lnTo>
                <a:lnTo>
                  <a:pt x="97456" y="76579"/>
                </a:lnTo>
                <a:lnTo>
                  <a:pt x="97759" y="76023"/>
                </a:lnTo>
                <a:lnTo>
                  <a:pt x="98037" y="75467"/>
                </a:lnTo>
                <a:lnTo>
                  <a:pt x="98328" y="74912"/>
                </a:lnTo>
                <a:lnTo>
                  <a:pt x="98606" y="74343"/>
                </a:lnTo>
                <a:lnTo>
                  <a:pt x="98871" y="73775"/>
                </a:lnTo>
                <a:lnTo>
                  <a:pt x="99136" y="73194"/>
                </a:lnTo>
                <a:lnTo>
                  <a:pt x="99389" y="72625"/>
                </a:lnTo>
                <a:lnTo>
                  <a:pt x="99642" y="72044"/>
                </a:lnTo>
                <a:lnTo>
                  <a:pt x="99882" y="71463"/>
                </a:lnTo>
                <a:lnTo>
                  <a:pt x="100122" y="70869"/>
                </a:lnTo>
                <a:lnTo>
                  <a:pt x="100349" y="70288"/>
                </a:lnTo>
                <a:lnTo>
                  <a:pt x="100564" y="69694"/>
                </a:lnTo>
                <a:lnTo>
                  <a:pt x="100779" y="69088"/>
                </a:lnTo>
                <a:lnTo>
                  <a:pt x="100993" y="68494"/>
                </a:lnTo>
                <a:lnTo>
                  <a:pt x="101196" y="67888"/>
                </a:lnTo>
                <a:lnTo>
                  <a:pt x="101385" y="67282"/>
                </a:lnTo>
                <a:lnTo>
                  <a:pt x="101575" y="66675"/>
                </a:lnTo>
                <a:lnTo>
                  <a:pt x="101751" y="66056"/>
                </a:lnTo>
                <a:lnTo>
                  <a:pt x="101916" y="65437"/>
                </a:lnTo>
                <a:lnTo>
                  <a:pt x="102080" y="64818"/>
                </a:lnTo>
                <a:lnTo>
                  <a:pt x="102244" y="64199"/>
                </a:lnTo>
                <a:lnTo>
                  <a:pt x="102383" y="63568"/>
                </a:lnTo>
                <a:lnTo>
                  <a:pt x="102535" y="62936"/>
                </a:lnTo>
                <a:lnTo>
                  <a:pt x="102661" y="62304"/>
                </a:lnTo>
                <a:lnTo>
                  <a:pt x="102787" y="61673"/>
                </a:lnTo>
                <a:lnTo>
                  <a:pt x="102901" y="61041"/>
                </a:lnTo>
                <a:lnTo>
                  <a:pt x="103015" y="60397"/>
                </a:lnTo>
                <a:lnTo>
                  <a:pt x="103116" y="59752"/>
                </a:lnTo>
                <a:lnTo>
                  <a:pt x="103217" y="59108"/>
                </a:lnTo>
                <a:lnTo>
                  <a:pt x="103305" y="58464"/>
                </a:lnTo>
                <a:lnTo>
                  <a:pt x="103381" y="57820"/>
                </a:lnTo>
                <a:lnTo>
                  <a:pt x="103444" y="57163"/>
                </a:lnTo>
                <a:lnTo>
                  <a:pt x="103508" y="56506"/>
                </a:lnTo>
                <a:lnTo>
                  <a:pt x="103571" y="55849"/>
                </a:lnTo>
                <a:lnTo>
                  <a:pt x="103609" y="55192"/>
                </a:lnTo>
                <a:lnTo>
                  <a:pt x="103646" y="54523"/>
                </a:lnTo>
                <a:lnTo>
                  <a:pt x="103672" y="53866"/>
                </a:lnTo>
                <a:lnTo>
                  <a:pt x="103697" y="53196"/>
                </a:lnTo>
                <a:lnTo>
                  <a:pt x="103710" y="52527"/>
                </a:lnTo>
                <a:lnTo>
                  <a:pt x="103710" y="51857"/>
                </a:lnTo>
                <a:lnTo>
                  <a:pt x="103710" y="51188"/>
                </a:lnTo>
                <a:lnTo>
                  <a:pt x="103697" y="50518"/>
                </a:lnTo>
                <a:lnTo>
                  <a:pt x="103672" y="49861"/>
                </a:lnTo>
                <a:lnTo>
                  <a:pt x="103646" y="49192"/>
                </a:lnTo>
                <a:lnTo>
                  <a:pt x="103609" y="48535"/>
                </a:lnTo>
                <a:lnTo>
                  <a:pt x="103571" y="47865"/>
                </a:lnTo>
                <a:lnTo>
                  <a:pt x="103508" y="47208"/>
                </a:lnTo>
                <a:lnTo>
                  <a:pt x="103444" y="46564"/>
                </a:lnTo>
                <a:lnTo>
                  <a:pt x="103381" y="45907"/>
                </a:lnTo>
                <a:lnTo>
                  <a:pt x="103305" y="45250"/>
                </a:lnTo>
                <a:lnTo>
                  <a:pt x="103217" y="44606"/>
                </a:lnTo>
                <a:lnTo>
                  <a:pt x="103116" y="43962"/>
                </a:lnTo>
                <a:lnTo>
                  <a:pt x="103015" y="43317"/>
                </a:lnTo>
                <a:lnTo>
                  <a:pt x="102901" y="42686"/>
                </a:lnTo>
                <a:lnTo>
                  <a:pt x="102787" y="42042"/>
                </a:lnTo>
                <a:lnTo>
                  <a:pt x="102661" y="41410"/>
                </a:lnTo>
                <a:lnTo>
                  <a:pt x="102535" y="40778"/>
                </a:lnTo>
                <a:lnTo>
                  <a:pt x="102383" y="40147"/>
                </a:lnTo>
                <a:lnTo>
                  <a:pt x="102244" y="39528"/>
                </a:lnTo>
                <a:lnTo>
                  <a:pt x="102080" y="38896"/>
                </a:lnTo>
                <a:lnTo>
                  <a:pt x="101916" y="38277"/>
                </a:lnTo>
                <a:lnTo>
                  <a:pt x="101751" y="37658"/>
                </a:lnTo>
                <a:lnTo>
                  <a:pt x="101575" y="37052"/>
                </a:lnTo>
                <a:lnTo>
                  <a:pt x="101385" y="36445"/>
                </a:lnTo>
                <a:lnTo>
                  <a:pt x="101196" y="35826"/>
                </a:lnTo>
                <a:lnTo>
                  <a:pt x="100993" y="35233"/>
                </a:lnTo>
                <a:lnTo>
                  <a:pt x="100779" y="34626"/>
                </a:lnTo>
                <a:lnTo>
                  <a:pt x="100564" y="34032"/>
                </a:lnTo>
                <a:lnTo>
                  <a:pt x="100349" y="33439"/>
                </a:lnTo>
                <a:lnTo>
                  <a:pt x="100122" y="32845"/>
                </a:lnTo>
                <a:lnTo>
                  <a:pt x="99882" y="32264"/>
                </a:lnTo>
                <a:lnTo>
                  <a:pt x="99642" y="31670"/>
                </a:lnTo>
                <a:lnTo>
                  <a:pt x="99389" y="31102"/>
                </a:lnTo>
                <a:lnTo>
                  <a:pt x="99136" y="30521"/>
                </a:lnTo>
                <a:lnTo>
                  <a:pt x="98871" y="29952"/>
                </a:lnTo>
                <a:lnTo>
                  <a:pt x="98606" y="29384"/>
                </a:lnTo>
                <a:lnTo>
                  <a:pt x="98328" y="28815"/>
                </a:lnTo>
                <a:lnTo>
                  <a:pt x="98037" y="28247"/>
                </a:lnTo>
                <a:lnTo>
                  <a:pt x="97759" y="27691"/>
                </a:lnTo>
                <a:lnTo>
                  <a:pt x="97456" y="27148"/>
                </a:lnTo>
                <a:lnTo>
                  <a:pt x="97153" y="26592"/>
                </a:lnTo>
                <a:lnTo>
                  <a:pt x="96850" y="26049"/>
                </a:lnTo>
                <a:lnTo>
                  <a:pt x="96205" y="24975"/>
                </a:lnTo>
                <a:lnTo>
                  <a:pt x="95548" y="23914"/>
                </a:lnTo>
                <a:lnTo>
                  <a:pt x="94853" y="22865"/>
                </a:lnTo>
                <a:lnTo>
                  <a:pt x="94146" y="21842"/>
                </a:lnTo>
                <a:lnTo>
                  <a:pt x="93413" y="20831"/>
                </a:lnTo>
                <a:lnTo>
                  <a:pt x="92655" y="19846"/>
                </a:lnTo>
                <a:lnTo>
                  <a:pt x="91872" y="18873"/>
                </a:lnTo>
                <a:lnTo>
                  <a:pt x="91076" y="17926"/>
                </a:lnTo>
                <a:lnTo>
                  <a:pt x="90242" y="16991"/>
                </a:lnTo>
                <a:lnTo>
                  <a:pt x="89396" y="16081"/>
                </a:lnTo>
                <a:lnTo>
                  <a:pt x="88524" y="15197"/>
                </a:lnTo>
                <a:lnTo>
                  <a:pt x="87640" y="14326"/>
                </a:lnTo>
                <a:lnTo>
                  <a:pt x="86730" y="13479"/>
                </a:lnTo>
                <a:lnTo>
                  <a:pt x="85795" y="12645"/>
                </a:lnTo>
                <a:lnTo>
                  <a:pt x="84848" y="11850"/>
                </a:lnTo>
                <a:lnTo>
                  <a:pt x="83875" y="11066"/>
                </a:lnTo>
                <a:lnTo>
                  <a:pt x="82889" y="10308"/>
                </a:lnTo>
                <a:lnTo>
                  <a:pt x="81879" y="9576"/>
                </a:lnTo>
                <a:lnTo>
                  <a:pt x="80855" y="8856"/>
                </a:lnTo>
                <a:lnTo>
                  <a:pt x="79807" y="8173"/>
                </a:lnTo>
                <a:lnTo>
                  <a:pt x="78746" y="7517"/>
                </a:lnTo>
                <a:lnTo>
                  <a:pt x="77672" y="6872"/>
                </a:lnTo>
                <a:lnTo>
                  <a:pt x="77129" y="6569"/>
                </a:lnTo>
                <a:lnTo>
                  <a:pt x="76573" y="6266"/>
                </a:lnTo>
                <a:lnTo>
                  <a:pt x="76029" y="5963"/>
                </a:lnTo>
                <a:lnTo>
                  <a:pt x="75461" y="5672"/>
                </a:lnTo>
                <a:lnTo>
                  <a:pt x="74905" y="5394"/>
                </a:lnTo>
                <a:lnTo>
                  <a:pt x="74336" y="5116"/>
                </a:lnTo>
                <a:lnTo>
                  <a:pt x="73768" y="4851"/>
                </a:lnTo>
                <a:lnTo>
                  <a:pt x="73199" y="4586"/>
                </a:lnTo>
                <a:lnTo>
                  <a:pt x="72618" y="4333"/>
                </a:lnTo>
                <a:lnTo>
                  <a:pt x="72037" y="4080"/>
                </a:lnTo>
                <a:lnTo>
                  <a:pt x="71456" y="3840"/>
                </a:lnTo>
                <a:lnTo>
                  <a:pt x="70875" y="3600"/>
                </a:lnTo>
                <a:lnTo>
                  <a:pt x="70281" y="3373"/>
                </a:lnTo>
                <a:lnTo>
                  <a:pt x="69687" y="3146"/>
                </a:lnTo>
                <a:lnTo>
                  <a:pt x="69094" y="2931"/>
                </a:lnTo>
                <a:lnTo>
                  <a:pt x="68487" y="2729"/>
                </a:lnTo>
                <a:lnTo>
                  <a:pt x="67881" y="2527"/>
                </a:lnTo>
                <a:lnTo>
                  <a:pt x="67274" y="2337"/>
                </a:lnTo>
                <a:lnTo>
                  <a:pt x="66668" y="2148"/>
                </a:lnTo>
                <a:lnTo>
                  <a:pt x="66049" y="1971"/>
                </a:lnTo>
                <a:lnTo>
                  <a:pt x="65442" y="1807"/>
                </a:lnTo>
                <a:lnTo>
                  <a:pt x="64823" y="1642"/>
                </a:lnTo>
                <a:lnTo>
                  <a:pt x="64192" y="1478"/>
                </a:lnTo>
                <a:lnTo>
                  <a:pt x="63573" y="1339"/>
                </a:lnTo>
                <a:lnTo>
                  <a:pt x="62941" y="1188"/>
                </a:lnTo>
                <a:lnTo>
                  <a:pt x="62309" y="1061"/>
                </a:lnTo>
                <a:lnTo>
                  <a:pt x="61678" y="935"/>
                </a:lnTo>
                <a:lnTo>
                  <a:pt x="61033" y="821"/>
                </a:lnTo>
                <a:lnTo>
                  <a:pt x="60402" y="708"/>
                </a:lnTo>
                <a:lnTo>
                  <a:pt x="59757" y="607"/>
                </a:lnTo>
                <a:lnTo>
                  <a:pt x="59113" y="505"/>
                </a:lnTo>
                <a:lnTo>
                  <a:pt x="58456" y="417"/>
                </a:lnTo>
                <a:lnTo>
                  <a:pt x="57812" y="341"/>
                </a:lnTo>
                <a:lnTo>
                  <a:pt x="57155" y="278"/>
                </a:lnTo>
                <a:lnTo>
                  <a:pt x="56510" y="215"/>
                </a:lnTo>
                <a:lnTo>
                  <a:pt x="55853" y="152"/>
                </a:lnTo>
                <a:lnTo>
                  <a:pt x="55184" y="114"/>
                </a:lnTo>
                <a:lnTo>
                  <a:pt x="54527" y="76"/>
                </a:lnTo>
                <a:lnTo>
                  <a:pt x="53857" y="38"/>
                </a:lnTo>
                <a:lnTo>
                  <a:pt x="53200" y="25"/>
                </a:lnTo>
                <a:lnTo>
                  <a:pt x="52531" y="13"/>
                </a:lnTo>
                <a:lnTo>
                  <a:pt x="51861" y="0"/>
                </a:lnTo>
                <a:close/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245" name="Google Shape;24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CONCLUSION</a:t>
            </a:r>
            <a:endParaRPr sz="3000"/>
          </a:p>
        </p:txBody>
      </p:sp>
      <p:sp>
        <p:nvSpPr>
          <p:cNvPr id="246" name="Google Shape;246;p37"/>
          <p:cNvSpPr txBox="1"/>
          <p:nvPr>
            <p:ph idx="2" type="title"/>
          </p:nvPr>
        </p:nvSpPr>
        <p:spPr>
          <a:xfrm>
            <a:off x="788550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UNIFY</a:t>
            </a:r>
            <a:endParaRPr/>
          </a:p>
        </p:txBody>
      </p:sp>
      <p:sp>
        <p:nvSpPr>
          <p:cNvPr id="247" name="Google Shape;247;p37"/>
          <p:cNvSpPr txBox="1"/>
          <p:nvPr>
            <p:ph idx="1" type="subTitle"/>
          </p:nvPr>
        </p:nvSpPr>
        <p:spPr>
          <a:xfrm>
            <a:off x="720013" y="2193175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Makes hidden knowledge explorable.</a:t>
            </a:r>
            <a:endParaRPr/>
          </a:p>
        </p:txBody>
      </p:sp>
      <p:sp>
        <p:nvSpPr>
          <p:cNvPr id="248" name="Google Shape;248;p37"/>
          <p:cNvSpPr txBox="1"/>
          <p:nvPr>
            <p:ph idx="3" type="title"/>
          </p:nvPr>
        </p:nvSpPr>
        <p:spPr>
          <a:xfrm>
            <a:off x="3419250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PATTERNS</a:t>
            </a:r>
            <a:endParaRPr/>
          </a:p>
        </p:txBody>
      </p:sp>
      <p:sp>
        <p:nvSpPr>
          <p:cNvPr id="249" name="Google Shape;249;p37"/>
          <p:cNvSpPr txBox="1"/>
          <p:nvPr>
            <p:ph idx="4" type="subTitle"/>
          </p:nvPr>
        </p:nvSpPr>
        <p:spPr>
          <a:xfrm>
            <a:off x="3331962" y="2193175"/>
            <a:ext cx="24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Not explicit in flat datasets.</a:t>
            </a:r>
            <a:endParaRPr/>
          </a:p>
        </p:txBody>
      </p:sp>
      <p:sp>
        <p:nvSpPr>
          <p:cNvPr id="250" name="Google Shape;250;p37"/>
          <p:cNvSpPr txBox="1"/>
          <p:nvPr>
            <p:ph idx="5" type="title"/>
          </p:nvPr>
        </p:nvSpPr>
        <p:spPr>
          <a:xfrm>
            <a:off x="788550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</p:txBody>
      </p:sp>
      <p:sp>
        <p:nvSpPr>
          <p:cNvPr id="251" name="Google Shape;251;p37"/>
          <p:cNvSpPr txBox="1"/>
          <p:nvPr>
            <p:ph idx="6" type="subTitle"/>
          </p:nvPr>
        </p:nvSpPr>
        <p:spPr>
          <a:xfrm>
            <a:off x="720000" y="4061350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</a:t>
            </a:r>
            <a:r>
              <a:rPr lang="en"/>
              <a:t>omputationally intensive.</a:t>
            </a:r>
            <a:endParaRPr/>
          </a:p>
        </p:txBody>
      </p:sp>
      <p:sp>
        <p:nvSpPr>
          <p:cNvPr id="252" name="Google Shape;252;p37"/>
          <p:cNvSpPr txBox="1"/>
          <p:nvPr>
            <p:ph idx="7" type="title"/>
          </p:nvPr>
        </p:nvSpPr>
        <p:spPr>
          <a:xfrm>
            <a:off x="3419250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53" name="Google Shape;253;p37"/>
          <p:cNvSpPr txBox="1"/>
          <p:nvPr>
            <p:ph idx="8" type="subTitle"/>
          </p:nvPr>
        </p:nvSpPr>
        <p:spPr>
          <a:xfrm>
            <a:off x="3331950" y="4061350"/>
            <a:ext cx="248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Integrate </a:t>
            </a:r>
            <a:r>
              <a:rPr lang="en"/>
              <a:t>diverse data types.</a:t>
            </a:r>
            <a:endParaRPr/>
          </a:p>
        </p:txBody>
      </p:sp>
      <p:sp>
        <p:nvSpPr>
          <p:cNvPr id="254" name="Google Shape;254;p37"/>
          <p:cNvSpPr txBox="1"/>
          <p:nvPr>
            <p:ph idx="9" type="title"/>
          </p:nvPr>
        </p:nvSpPr>
        <p:spPr>
          <a:xfrm>
            <a:off x="6049924" y="1881312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RESTRICTED</a:t>
            </a:r>
            <a:endParaRPr/>
          </a:p>
        </p:txBody>
      </p:sp>
      <p:sp>
        <p:nvSpPr>
          <p:cNvPr id="255" name="Google Shape;255;p37"/>
          <p:cNvSpPr txBox="1"/>
          <p:nvPr>
            <p:ph idx="13" type="subTitle"/>
          </p:nvPr>
        </p:nvSpPr>
        <p:spPr>
          <a:xfrm>
            <a:off x="5981387" y="2193175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</a:t>
            </a:r>
            <a:r>
              <a:rPr lang="en"/>
              <a:t>rivacy regulations and compliance.</a:t>
            </a:r>
            <a:endParaRPr/>
          </a:p>
        </p:txBody>
      </p:sp>
      <p:sp>
        <p:nvSpPr>
          <p:cNvPr id="256" name="Google Shape;256;p37"/>
          <p:cNvSpPr txBox="1"/>
          <p:nvPr>
            <p:ph idx="14" type="title"/>
          </p:nvPr>
        </p:nvSpPr>
        <p:spPr>
          <a:xfrm>
            <a:off x="6049924" y="3749587"/>
            <a:ext cx="23055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</a:t>
            </a:r>
            <a:endParaRPr/>
          </a:p>
        </p:txBody>
      </p:sp>
      <p:sp>
        <p:nvSpPr>
          <p:cNvPr id="257" name="Google Shape;257;p37"/>
          <p:cNvSpPr txBox="1"/>
          <p:nvPr>
            <p:ph idx="15" type="subTitle"/>
          </p:nvPr>
        </p:nvSpPr>
        <p:spPr>
          <a:xfrm>
            <a:off x="5981374" y="4061350"/>
            <a:ext cx="244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Dynamic models with predictive value.</a:t>
            </a:r>
            <a:endParaRPr/>
          </a:p>
        </p:txBody>
      </p:sp>
      <p:grpSp>
        <p:nvGrpSpPr>
          <p:cNvPr id="258" name="Google Shape;258;p37"/>
          <p:cNvGrpSpPr/>
          <p:nvPr/>
        </p:nvGrpSpPr>
        <p:grpSpPr>
          <a:xfrm>
            <a:off x="4453997" y="3228313"/>
            <a:ext cx="289939" cy="334661"/>
            <a:chOff x="4193490" y="3350084"/>
            <a:chExt cx="289939" cy="334661"/>
          </a:xfrm>
        </p:grpSpPr>
        <p:sp>
          <p:nvSpPr>
            <p:cNvPr id="259" name="Google Shape;259;p37"/>
            <p:cNvSpPr/>
            <p:nvPr/>
          </p:nvSpPr>
          <p:spPr>
            <a:xfrm>
              <a:off x="4193490" y="3350084"/>
              <a:ext cx="246364" cy="150110"/>
            </a:xfrm>
            <a:custGeom>
              <a:rect b="b" l="l" r="r" t="t"/>
              <a:pathLst>
                <a:path extrusionOk="0" h="4716" w="7740">
                  <a:moveTo>
                    <a:pt x="4382" y="298"/>
                  </a:moveTo>
                  <a:lnTo>
                    <a:pt x="4299" y="1048"/>
                  </a:lnTo>
                  <a:lnTo>
                    <a:pt x="3668" y="1048"/>
                  </a:lnTo>
                  <a:lnTo>
                    <a:pt x="3620" y="524"/>
                  </a:lnTo>
                  <a:lnTo>
                    <a:pt x="3584" y="298"/>
                  </a:lnTo>
                  <a:close/>
                  <a:moveTo>
                    <a:pt x="6013" y="929"/>
                  </a:moveTo>
                  <a:lnTo>
                    <a:pt x="7204" y="2120"/>
                  </a:lnTo>
                  <a:lnTo>
                    <a:pt x="6025" y="2096"/>
                  </a:lnTo>
                  <a:lnTo>
                    <a:pt x="6013" y="929"/>
                  </a:lnTo>
                  <a:close/>
                  <a:moveTo>
                    <a:pt x="3406" y="0"/>
                  </a:moveTo>
                  <a:cubicBezTo>
                    <a:pt x="3358" y="0"/>
                    <a:pt x="3322" y="12"/>
                    <a:pt x="3287" y="48"/>
                  </a:cubicBezTo>
                  <a:cubicBezTo>
                    <a:pt x="3263" y="72"/>
                    <a:pt x="3239" y="119"/>
                    <a:pt x="3239" y="167"/>
                  </a:cubicBezTo>
                  <a:lnTo>
                    <a:pt x="3275" y="393"/>
                  </a:lnTo>
                  <a:lnTo>
                    <a:pt x="143" y="393"/>
                  </a:lnTo>
                  <a:cubicBezTo>
                    <a:pt x="60" y="393"/>
                    <a:pt x="1" y="465"/>
                    <a:pt x="1" y="536"/>
                  </a:cubicBezTo>
                  <a:lnTo>
                    <a:pt x="1" y="1191"/>
                  </a:lnTo>
                  <a:cubicBezTo>
                    <a:pt x="1" y="1286"/>
                    <a:pt x="72" y="1346"/>
                    <a:pt x="143" y="1346"/>
                  </a:cubicBezTo>
                  <a:cubicBezTo>
                    <a:pt x="239" y="1346"/>
                    <a:pt x="298" y="1262"/>
                    <a:pt x="298" y="1191"/>
                  </a:cubicBezTo>
                  <a:lnTo>
                    <a:pt x="298" y="691"/>
                  </a:lnTo>
                  <a:lnTo>
                    <a:pt x="3299" y="691"/>
                  </a:lnTo>
                  <a:lnTo>
                    <a:pt x="3358" y="1203"/>
                  </a:lnTo>
                  <a:cubicBezTo>
                    <a:pt x="3382" y="1286"/>
                    <a:pt x="3441" y="1346"/>
                    <a:pt x="3513" y="1346"/>
                  </a:cubicBezTo>
                  <a:lnTo>
                    <a:pt x="4418" y="1346"/>
                  </a:lnTo>
                  <a:cubicBezTo>
                    <a:pt x="4489" y="1346"/>
                    <a:pt x="4573" y="1286"/>
                    <a:pt x="4573" y="1203"/>
                  </a:cubicBezTo>
                  <a:lnTo>
                    <a:pt x="4632" y="691"/>
                  </a:lnTo>
                  <a:lnTo>
                    <a:pt x="5680" y="691"/>
                  </a:lnTo>
                  <a:lnTo>
                    <a:pt x="5704" y="2239"/>
                  </a:lnTo>
                  <a:cubicBezTo>
                    <a:pt x="5704" y="2322"/>
                    <a:pt x="5775" y="2382"/>
                    <a:pt x="5847" y="2382"/>
                  </a:cubicBezTo>
                  <a:lnTo>
                    <a:pt x="7394" y="2394"/>
                  </a:lnTo>
                  <a:lnTo>
                    <a:pt x="7394" y="4572"/>
                  </a:lnTo>
                  <a:cubicBezTo>
                    <a:pt x="7394" y="4656"/>
                    <a:pt x="7466" y="4715"/>
                    <a:pt x="7549" y="4715"/>
                  </a:cubicBezTo>
                  <a:cubicBezTo>
                    <a:pt x="7632" y="4715"/>
                    <a:pt x="7692" y="4644"/>
                    <a:pt x="7692" y="4572"/>
                  </a:cubicBezTo>
                  <a:lnTo>
                    <a:pt x="7692" y="2251"/>
                  </a:lnTo>
                  <a:cubicBezTo>
                    <a:pt x="7740" y="2215"/>
                    <a:pt x="7728" y="2191"/>
                    <a:pt x="7692" y="2155"/>
                  </a:cubicBezTo>
                  <a:lnTo>
                    <a:pt x="5966" y="429"/>
                  </a:lnTo>
                  <a:cubicBezTo>
                    <a:pt x="5942" y="405"/>
                    <a:pt x="5894" y="393"/>
                    <a:pt x="5858" y="393"/>
                  </a:cubicBezTo>
                  <a:lnTo>
                    <a:pt x="4692" y="393"/>
                  </a:lnTo>
                  <a:lnTo>
                    <a:pt x="4715" y="167"/>
                  </a:lnTo>
                  <a:cubicBezTo>
                    <a:pt x="4715" y="119"/>
                    <a:pt x="4704" y="72"/>
                    <a:pt x="4668" y="48"/>
                  </a:cubicBezTo>
                  <a:cubicBezTo>
                    <a:pt x="4644" y="12"/>
                    <a:pt x="4596" y="0"/>
                    <a:pt x="45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4193872" y="3405023"/>
              <a:ext cx="9517" cy="44753"/>
            </a:xfrm>
            <a:custGeom>
              <a:rect b="b" l="l" r="r" t="t"/>
              <a:pathLst>
                <a:path extrusionOk="0" h="1406" w="299">
                  <a:moveTo>
                    <a:pt x="155" y="1"/>
                  </a:moveTo>
                  <a:cubicBezTo>
                    <a:pt x="60" y="1"/>
                    <a:pt x="0" y="72"/>
                    <a:pt x="0" y="156"/>
                  </a:cubicBezTo>
                  <a:lnTo>
                    <a:pt x="0" y="1251"/>
                  </a:lnTo>
                  <a:cubicBezTo>
                    <a:pt x="0" y="1346"/>
                    <a:pt x="72" y="1406"/>
                    <a:pt x="155" y="1406"/>
                  </a:cubicBezTo>
                  <a:cubicBezTo>
                    <a:pt x="239" y="1406"/>
                    <a:pt x="298" y="1322"/>
                    <a:pt x="298" y="1251"/>
                  </a:cubicBezTo>
                  <a:lnTo>
                    <a:pt x="298" y="156"/>
                  </a:ln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4275356" y="3444460"/>
              <a:ext cx="128116" cy="9485"/>
            </a:xfrm>
            <a:custGeom>
              <a:rect b="b" l="l" r="r" t="t"/>
              <a:pathLst>
                <a:path extrusionOk="0" h="298" w="4025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1"/>
                    <a:pt x="3965" y="0"/>
                    <a:pt x="3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4275356" y="3463781"/>
              <a:ext cx="128116" cy="9485"/>
            </a:xfrm>
            <a:custGeom>
              <a:rect b="b" l="l" r="r" t="t"/>
              <a:pathLst>
                <a:path extrusionOk="0" h="298" w="4025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55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4223442" y="3439527"/>
              <a:ext cx="38673" cy="38673"/>
            </a:xfrm>
            <a:custGeom>
              <a:rect b="b" l="l" r="r" t="t"/>
              <a:pathLst>
                <a:path extrusionOk="0" h="1215" w="1215">
                  <a:moveTo>
                    <a:pt x="905" y="322"/>
                  </a:moveTo>
                  <a:lnTo>
                    <a:pt x="905" y="917"/>
                  </a:lnTo>
                  <a:lnTo>
                    <a:pt x="310" y="917"/>
                  </a:lnTo>
                  <a:lnTo>
                    <a:pt x="310" y="322"/>
                  </a:lnTo>
                  <a:close/>
                  <a:moveTo>
                    <a:pt x="143" y="0"/>
                  </a:moveTo>
                  <a:cubicBezTo>
                    <a:pt x="48" y="0"/>
                    <a:pt x="0" y="72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72"/>
                    <a:pt x="1143" y="0"/>
                    <a:pt x="10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4275356" y="3525913"/>
              <a:ext cx="128116" cy="9517"/>
            </a:xfrm>
            <a:custGeom>
              <a:rect b="b" l="l" r="r" t="t"/>
              <a:pathLst>
                <a:path extrusionOk="0" h="299" w="4025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lnTo>
                    <a:pt x="3870" y="299"/>
                  </a:lnTo>
                  <a:cubicBezTo>
                    <a:pt x="3965" y="299"/>
                    <a:pt x="4025" y="227"/>
                    <a:pt x="4025" y="144"/>
                  </a:cubicBezTo>
                  <a:cubicBezTo>
                    <a:pt x="4025" y="72"/>
                    <a:pt x="3965" y="1"/>
                    <a:pt x="387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4275356" y="3544884"/>
              <a:ext cx="128116" cy="9485"/>
            </a:xfrm>
            <a:custGeom>
              <a:rect b="b" l="l" r="r" t="t"/>
              <a:pathLst>
                <a:path extrusionOk="0" h="298" w="4025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lnTo>
                    <a:pt x="3870" y="298"/>
                  </a:lnTo>
                  <a:cubicBezTo>
                    <a:pt x="3965" y="298"/>
                    <a:pt x="4025" y="226"/>
                    <a:pt x="4025" y="143"/>
                  </a:cubicBezTo>
                  <a:cubicBezTo>
                    <a:pt x="4025" y="72"/>
                    <a:pt x="3965" y="0"/>
                    <a:pt x="3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4223442" y="3521011"/>
              <a:ext cx="38673" cy="38673"/>
            </a:xfrm>
            <a:custGeom>
              <a:rect b="b" l="l" r="r" t="t"/>
              <a:pathLst>
                <a:path extrusionOk="0" h="1215" w="1215">
                  <a:moveTo>
                    <a:pt x="905" y="298"/>
                  </a:moveTo>
                  <a:lnTo>
                    <a:pt x="905" y="893"/>
                  </a:lnTo>
                  <a:lnTo>
                    <a:pt x="310" y="893"/>
                  </a:lnTo>
                  <a:lnTo>
                    <a:pt x="310" y="298"/>
                  </a:lnTo>
                  <a:close/>
                  <a:moveTo>
                    <a:pt x="143" y="0"/>
                  </a:moveTo>
                  <a:cubicBezTo>
                    <a:pt x="48" y="0"/>
                    <a:pt x="0" y="83"/>
                    <a:pt x="0" y="155"/>
                  </a:cubicBezTo>
                  <a:lnTo>
                    <a:pt x="0" y="1060"/>
                  </a:lnTo>
                  <a:cubicBezTo>
                    <a:pt x="0" y="1155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1"/>
                    <a:pt x="1203" y="1060"/>
                  </a:cubicBezTo>
                  <a:lnTo>
                    <a:pt x="1203" y="155"/>
                  </a:lnTo>
                  <a:cubicBezTo>
                    <a:pt x="1215" y="83"/>
                    <a:pt x="1143" y="0"/>
                    <a:pt x="10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4223442" y="3602464"/>
              <a:ext cx="38673" cy="38705"/>
            </a:xfrm>
            <a:custGeom>
              <a:rect b="b" l="l" r="r" t="t"/>
              <a:pathLst>
                <a:path extrusionOk="0" h="1216" w="1215">
                  <a:moveTo>
                    <a:pt x="905" y="299"/>
                  </a:moveTo>
                  <a:lnTo>
                    <a:pt x="905" y="894"/>
                  </a:lnTo>
                  <a:lnTo>
                    <a:pt x="310" y="894"/>
                  </a:lnTo>
                  <a:lnTo>
                    <a:pt x="310" y="299"/>
                  </a:lnTo>
                  <a:close/>
                  <a:moveTo>
                    <a:pt x="143" y="1"/>
                  </a:moveTo>
                  <a:cubicBezTo>
                    <a:pt x="48" y="1"/>
                    <a:pt x="0" y="84"/>
                    <a:pt x="0" y="156"/>
                  </a:cubicBezTo>
                  <a:lnTo>
                    <a:pt x="0" y="1061"/>
                  </a:lnTo>
                  <a:cubicBezTo>
                    <a:pt x="0" y="1156"/>
                    <a:pt x="72" y="1215"/>
                    <a:pt x="143" y="1215"/>
                  </a:cubicBezTo>
                  <a:lnTo>
                    <a:pt x="1048" y="1215"/>
                  </a:lnTo>
                  <a:cubicBezTo>
                    <a:pt x="1143" y="1215"/>
                    <a:pt x="1203" y="1132"/>
                    <a:pt x="1203" y="1061"/>
                  </a:cubicBezTo>
                  <a:lnTo>
                    <a:pt x="1203" y="156"/>
                  </a:lnTo>
                  <a:cubicBezTo>
                    <a:pt x="1215" y="60"/>
                    <a:pt x="1143" y="1"/>
                    <a:pt x="104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4193872" y="3460375"/>
              <a:ext cx="289558" cy="224370"/>
            </a:xfrm>
            <a:custGeom>
              <a:rect b="b" l="l" r="r" t="t"/>
              <a:pathLst>
                <a:path extrusionOk="0" h="7049" w="9097">
                  <a:moveTo>
                    <a:pt x="6108" y="3751"/>
                  </a:moveTo>
                  <a:lnTo>
                    <a:pt x="8502" y="4620"/>
                  </a:lnTo>
                  <a:lnTo>
                    <a:pt x="7894" y="4894"/>
                  </a:lnTo>
                  <a:cubicBezTo>
                    <a:pt x="7847" y="4917"/>
                    <a:pt x="7811" y="4953"/>
                    <a:pt x="7799" y="5013"/>
                  </a:cubicBezTo>
                  <a:cubicBezTo>
                    <a:pt x="7787" y="5060"/>
                    <a:pt x="7799" y="5120"/>
                    <a:pt x="7847" y="5155"/>
                  </a:cubicBezTo>
                  <a:lnTo>
                    <a:pt x="8752" y="6060"/>
                  </a:lnTo>
                  <a:lnTo>
                    <a:pt x="8406" y="6406"/>
                  </a:lnTo>
                  <a:lnTo>
                    <a:pt x="7501" y="5489"/>
                  </a:lnTo>
                  <a:cubicBezTo>
                    <a:pt x="7478" y="5465"/>
                    <a:pt x="7430" y="5453"/>
                    <a:pt x="7394" y="5453"/>
                  </a:cubicBezTo>
                  <a:lnTo>
                    <a:pt x="7370" y="5453"/>
                  </a:lnTo>
                  <a:cubicBezTo>
                    <a:pt x="7323" y="5465"/>
                    <a:pt x="7275" y="5489"/>
                    <a:pt x="7251" y="5536"/>
                  </a:cubicBezTo>
                  <a:lnTo>
                    <a:pt x="6966" y="6156"/>
                  </a:lnTo>
                  <a:lnTo>
                    <a:pt x="6108" y="3751"/>
                  </a:lnTo>
                  <a:close/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lnTo>
                    <a:pt x="0" y="6894"/>
                  </a:lnTo>
                  <a:cubicBezTo>
                    <a:pt x="0" y="6989"/>
                    <a:pt x="72" y="7049"/>
                    <a:pt x="155" y="7049"/>
                  </a:cubicBezTo>
                  <a:lnTo>
                    <a:pt x="7573" y="7049"/>
                  </a:lnTo>
                  <a:cubicBezTo>
                    <a:pt x="7668" y="7049"/>
                    <a:pt x="7728" y="6965"/>
                    <a:pt x="7728" y="6894"/>
                  </a:cubicBezTo>
                  <a:lnTo>
                    <a:pt x="7728" y="6156"/>
                  </a:lnTo>
                  <a:lnTo>
                    <a:pt x="8204" y="6632"/>
                  </a:lnTo>
                  <a:cubicBezTo>
                    <a:pt x="8263" y="6691"/>
                    <a:pt x="8335" y="6715"/>
                    <a:pt x="8430" y="6715"/>
                  </a:cubicBezTo>
                  <a:cubicBezTo>
                    <a:pt x="8513" y="6715"/>
                    <a:pt x="8585" y="6691"/>
                    <a:pt x="8644" y="6632"/>
                  </a:cubicBezTo>
                  <a:lnTo>
                    <a:pt x="8990" y="6287"/>
                  </a:lnTo>
                  <a:cubicBezTo>
                    <a:pt x="9097" y="6156"/>
                    <a:pt x="9097" y="5953"/>
                    <a:pt x="8978" y="5822"/>
                  </a:cubicBezTo>
                  <a:lnTo>
                    <a:pt x="8228" y="5084"/>
                  </a:lnTo>
                  <a:lnTo>
                    <a:pt x="8644" y="4882"/>
                  </a:lnTo>
                  <a:cubicBezTo>
                    <a:pt x="8763" y="4822"/>
                    <a:pt x="8835" y="4703"/>
                    <a:pt x="8823" y="4584"/>
                  </a:cubicBezTo>
                  <a:cubicBezTo>
                    <a:pt x="8811" y="4465"/>
                    <a:pt x="8740" y="4346"/>
                    <a:pt x="8621" y="4310"/>
                  </a:cubicBezTo>
                  <a:lnTo>
                    <a:pt x="7728" y="3989"/>
                  </a:lnTo>
                  <a:lnTo>
                    <a:pt x="7728" y="1762"/>
                  </a:lnTo>
                  <a:cubicBezTo>
                    <a:pt x="7728" y="1667"/>
                    <a:pt x="7656" y="1607"/>
                    <a:pt x="7573" y="1607"/>
                  </a:cubicBezTo>
                  <a:cubicBezTo>
                    <a:pt x="7489" y="1607"/>
                    <a:pt x="7430" y="1691"/>
                    <a:pt x="7430" y="1762"/>
                  </a:cubicBezTo>
                  <a:lnTo>
                    <a:pt x="7430" y="3893"/>
                  </a:lnTo>
                  <a:lnTo>
                    <a:pt x="6227" y="3453"/>
                  </a:lnTo>
                  <a:cubicBezTo>
                    <a:pt x="6193" y="3442"/>
                    <a:pt x="6158" y="3437"/>
                    <a:pt x="6124" y="3437"/>
                  </a:cubicBezTo>
                  <a:cubicBezTo>
                    <a:pt x="6041" y="3437"/>
                    <a:pt x="5962" y="3469"/>
                    <a:pt x="5894" y="3536"/>
                  </a:cubicBezTo>
                  <a:cubicBezTo>
                    <a:pt x="5799" y="3620"/>
                    <a:pt x="5775" y="3739"/>
                    <a:pt x="5823" y="3858"/>
                  </a:cubicBezTo>
                  <a:lnTo>
                    <a:pt x="6085" y="4620"/>
                  </a:lnTo>
                  <a:lnTo>
                    <a:pt x="2727" y="4620"/>
                  </a:lnTo>
                  <a:cubicBezTo>
                    <a:pt x="2632" y="4620"/>
                    <a:pt x="2572" y="4691"/>
                    <a:pt x="2572" y="4763"/>
                  </a:cubicBezTo>
                  <a:cubicBezTo>
                    <a:pt x="2572" y="4858"/>
                    <a:pt x="2644" y="4917"/>
                    <a:pt x="2727" y="4917"/>
                  </a:cubicBezTo>
                  <a:lnTo>
                    <a:pt x="6204" y="4917"/>
                  </a:lnTo>
                  <a:lnTo>
                    <a:pt x="6311" y="5215"/>
                  </a:lnTo>
                  <a:lnTo>
                    <a:pt x="2727" y="5215"/>
                  </a:lnTo>
                  <a:cubicBezTo>
                    <a:pt x="2632" y="5215"/>
                    <a:pt x="2572" y="5286"/>
                    <a:pt x="2572" y="5358"/>
                  </a:cubicBezTo>
                  <a:cubicBezTo>
                    <a:pt x="2572" y="5453"/>
                    <a:pt x="2644" y="5513"/>
                    <a:pt x="2727" y="5513"/>
                  </a:cubicBezTo>
                  <a:lnTo>
                    <a:pt x="6418" y="5513"/>
                  </a:lnTo>
                  <a:lnTo>
                    <a:pt x="6668" y="6239"/>
                  </a:lnTo>
                  <a:cubicBezTo>
                    <a:pt x="6716" y="6358"/>
                    <a:pt x="6811" y="6453"/>
                    <a:pt x="6954" y="6453"/>
                  </a:cubicBezTo>
                  <a:cubicBezTo>
                    <a:pt x="7085" y="6453"/>
                    <a:pt x="7204" y="6394"/>
                    <a:pt x="7251" y="6275"/>
                  </a:cubicBezTo>
                  <a:lnTo>
                    <a:pt x="7406" y="5929"/>
                  </a:lnTo>
                  <a:lnTo>
                    <a:pt x="7406" y="6727"/>
                  </a:lnTo>
                  <a:lnTo>
                    <a:pt x="298" y="6727"/>
                  </a:lnTo>
                  <a:lnTo>
                    <a:pt x="298" y="155"/>
                  </a:ln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37"/>
          <p:cNvSpPr/>
          <p:nvPr/>
        </p:nvSpPr>
        <p:spPr>
          <a:xfrm>
            <a:off x="1766051" y="1341524"/>
            <a:ext cx="350548" cy="350548"/>
          </a:xfrm>
          <a:custGeom>
            <a:rect b="b" l="l" r="r" t="t"/>
            <a:pathLst>
              <a:path extrusionOk="0" h="11014" w="11014">
                <a:moveTo>
                  <a:pt x="3739" y="358"/>
                </a:moveTo>
                <a:cubicBezTo>
                  <a:pt x="4048" y="358"/>
                  <a:pt x="4298" y="608"/>
                  <a:pt x="4298" y="917"/>
                </a:cubicBezTo>
                <a:cubicBezTo>
                  <a:pt x="4298" y="1131"/>
                  <a:pt x="4203" y="1310"/>
                  <a:pt x="4024" y="1405"/>
                </a:cubicBezTo>
                <a:cubicBezTo>
                  <a:pt x="3953" y="1441"/>
                  <a:pt x="3929" y="1501"/>
                  <a:pt x="3929" y="1560"/>
                </a:cubicBezTo>
                <a:lnTo>
                  <a:pt x="3929" y="1965"/>
                </a:lnTo>
                <a:cubicBezTo>
                  <a:pt x="3929" y="2048"/>
                  <a:pt x="4001" y="2143"/>
                  <a:pt x="4108" y="2143"/>
                </a:cubicBezTo>
                <a:lnTo>
                  <a:pt x="5334" y="2143"/>
                </a:lnTo>
                <a:lnTo>
                  <a:pt x="5334" y="3358"/>
                </a:lnTo>
                <a:cubicBezTo>
                  <a:pt x="5334" y="3453"/>
                  <a:pt x="5406" y="3536"/>
                  <a:pt x="5513" y="3536"/>
                </a:cubicBezTo>
                <a:lnTo>
                  <a:pt x="5906" y="3536"/>
                </a:lnTo>
                <a:cubicBezTo>
                  <a:pt x="5965" y="3536"/>
                  <a:pt x="6025" y="3513"/>
                  <a:pt x="6060" y="3453"/>
                </a:cubicBezTo>
                <a:cubicBezTo>
                  <a:pt x="6168" y="3275"/>
                  <a:pt x="6358" y="3167"/>
                  <a:pt x="6549" y="3167"/>
                </a:cubicBezTo>
                <a:cubicBezTo>
                  <a:pt x="6858" y="3167"/>
                  <a:pt x="7120" y="3417"/>
                  <a:pt x="7120" y="3727"/>
                </a:cubicBezTo>
                <a:cubicBezTo>
                  <a:pt x="7120" y="4048"/>
                  <a:pt x="6858" y="4298"/>
                  <a:pt x="6549" y="4298"/>
                </a:cubicBezTo>
                <a:cubicBezTo>
                  <a:pt x="6346" y="4298"/>
                  <a:pt x="6168" y="4191"/>
                  <a:pt x="6060" y="4013"/>
                </a:cubicBezTo>
                <a:cubicBezTo>
                  <a:pt x="6025" y="3953"/>
                  <a:pt x="5965" y="3929"/>
                  <a:pt x="5906" y="3929"/>
                </a:cubicBezTo>
                <a:lnTo>
                  <a:pt x="5513" y="3929"/>
                </a:lnTo>
                <a:cubicBezTo>
                  <a:pt x="5417" y="3929"/>
                  <a:pt x="5334" y="4001"/>
                  <a:pt x="5334" y="4108"/>
                </a:cubicBezTo>
                <a:lnTo>
                  <a:pt x="5334" y="5322"/>
                </a:lnTo>
                <a:lnTo>
                  <a:pt x="4286" y="5322"/>
                </a:lnTo>
                <a:lnTo>
                  <a:pt x="4286" y="5191"/>
                </a:lnTo>
                <a:cubicBezTo>
                  <a:pt x="4513" y="5013"/>
                  <a:pt x="4655" y="4739"/>
                  <a:pt x="4655" y="4465"/>
                </a:cubicBezTo>
                <a:cubicBezTo>
                  <a:pt x="4655" y="3953"/>
                  <a:pt x="4239" y="3536"/>
                  <a:pt x="3739" y="3536"/>
                </a:cubicBezTo>
                <a:cubicBezTo>
                  <a:pt x="3227" y="3536"/>
                  <a:pt x="2810" y="3953"/>
                  <a:pt x="2810" y="4465"/>
                </a:cubicBezTo>
                <a:cubicBezTo>
                  <a:pt x="2810" y="4739"/>
                  <a:pt x="2953" y="5025"/>
                  <a:pt x="3191" y="5191"/>
                </a:cubicBezTo>
                <a:lnTo>
                  <a:pt x="3191" y="5322"/>
                </a:lnTo>
                <a:lnTo>
                  <a:pt x="2143" y="5322"/>
                </a:lnTo>
                <a:lnTo>
                  <a:pt x="2143" y="2143"/>
                </a:lnTo>
                <a:lnTo>
                  <a:pt x="3370" y="2143"/>
                </a:lnTo>
                <a:cubicBezTo>
                  <a:pt x="3453" y="2143"/>
                  <a:pt x="3548" y="2060"/>
                  <a:pt x="3548" y="1965"/>
                </a:cubicBezTo>
                <a:lnTo>
                  <a:pt x="3548" y="1560"/>
                </a:lnTo>
                <a:cubicBezTo>
                  <a:pt x="3548" y="1501"/>
                  <a:pt x="3512" y="1441"/>
                  <a:pt x="3453" y="1405"/>
                </a:cubicBezTo>
                <a:cubicBezTo>
                  <a:pt x="3274" y="1298"/>
                  <a:pt x="3167" y="1108"/>
                  <a:pt x="3167" y="917"/>
                </a:cubicBezTo>
                <a:cubicBezTo>
                  <a:pt x="3167" y="608"/>
                  <a:pt x="3429" y="358"/>
                  <a:pt x="3739" y="358"/>
                </a:cubicBezTo>
                <a:close/>
                <a:moveTo>
                  <a:pt x="8870" y="5644"/>
                </a:moveTo>
                <a:lnTo>
                  <a:pt x="8870" y="7632"/>
                </a:lnTo>
                <a:lnTo>
                  <a:pt x="8870" y="7858"/>
                </a:lnTo>
                <a:lnTo>
                  <a:pt x="8870" y="8870"/>
                </a:lnTo>
                <a:lnTo>
                  <a:pt x="7656" y="8870"/>
                </a:lnTo>
                <a:cubicBezTo>
                  <a:pt x="7561" y="8870"/>
                  <a:pt x="7477" y="8942"/>
                  <a:pt x="7477" y="9049"/>
                </a:cubicBezTo>
                <a:lnTo>
                  <a:pt x="7477" y="9442"/>
                </a:lnTo>
                <a:cubicBezTo>
                  <a:pt x="7477" y="9502"/>
                  <a:pt x="7501" y="9561"/>
                  <a:pt x="7561" y="9597"/>
                </a:cubicBezTo>
                <a:cubicBezTo>
                  <a:pt x="7739" y="9704"/>
                  <a:pt x="7846" y="9894"/>
                  <a:pt x="7846" y="10085"/>
                </a:cubicBezTo>
                <a:cubicBezTo>
                  <a:pt x="7846" y="10394"/>
                  <a:pt x="7596" y="10656"/>
                  <a:pt x="7275" y="10656"/>
                </a:cubicBezTo>
                <a:cubicBezTo>
                  <a:pt x="6965" y="10656"/>
                  <a:pt x="6715" y="10394"/>
                  <a:pt x="6715" y="10085"/>
                </a:cubicBezTo>
                <a:cubicBezTo>
                  <a:pt x="6715" y="9883"/>
                  <a:pt x="6822" y="9704"/>
                  <a:pt x="7001" y="9597"/>
                </a:cubicBezTo>
                <a:cubicBezTo>
                  <a:pt x="7061" y="9561"/>
                  <a:pt x="7084" y="9502"/>
                  <a:pt x="7084" y="9442"/>
                </a:cubicBezTo>
                <a:lnTo>
                  <a:pt x="7084" y="9049"/>
                </a:lnTo>
                <a:cubicBezTo>
                  <a:pt x="7084" y="8954"/>
                  <a:pt x="7013" y="8870"/>
                  <a:pt x="6906" y="8870"/>
                </a:cubicBezTo>
                <a:lnTo>
                  <a:pt x="5691" y="8870"/>
                </a:lnTo>
                <a:lnTo>
                  <a:pt x="5691" y="7644"/>
                </a:lnTo>
                <a:cubicBezTo>
                  <a:pt x="5691" y="7549"/>
                  <a:pt x="5608" y="7466"/>
                  <a:pt x="5513" y="7466"/>
                </a:cubicBezTo>
                <a:lnTo>
                  <a:pt x="5108" y="7466"/>
                </a:lnTo>
                <a:cubicBezTo>
                  <a:pt x="5048" y="7466"/>
                  <a:pt x="4989" y="7489"/>
                  <a:pt x="4953" y="7549"/>
                </a:cubicBezTo>
                <a:cubicBezTo>
                  <a:pt x="4846" y="7739"/>
                  <a:pt x="4655" y="7835"/>
                  <a:pt x="4465" y="7835"/>
                </a:cubicBezTo>
                <a:cubicBezTo>
                  <a:pt x="4155" y="7835"/>
                  <a:pt x="3905" y="7585"/>
                  <a:pt x="3905" y="7251"/>
                </a:cubicBezTo>
                <a:cubicBezTo>
                  <a:pt x="3905" y="6942"/>
                  <a:pt x="4155" y="6680"/>
                  <a:pt x="4465" y="6680"/>
                </a:cubicBezTo>
                <a:cubicBezTo>
                  <a:pt x="4679" y="6680"/>
                  <a:pt x="4846" y="6787"/>
                  <a:pt x="4953" y="6954"/>
                </a:cubicBezTo>
                <a:cubicBezTo>
                  <a:pt x="4989" y="7013"/>
                  <a:pt x="5048" y="7049"/>
                  <a:pt x="5108" y="7049"/>
                </a:cubicBezTo>
                <a:lnTo>
                  <a:pt x="5513" y="7049"/>
                </a:lnTo>
                <a:cubicBezTo>
                  <a:pt x="5596" y="7049"/>
                  <a:pt x="5691" y="6977"/>
                  <a:pt x="5691" y="6870"/>
                </a:cubicBezTo>
                <a:lnTo>
                  <a:pt x="5691" y="5644"/>
                </a:lnTo>
                <a:lnTo>
                  <a:pt x="6727" y="5644"/>
                </a:lnTo>
                <a:lnTo>
                  <a:pt x="6727" y="5787"/>
                </a:lnTo>
                <a:cubicBezTo>
                  <a:pt x="6501" y="5965"/>
                  <a:pt x="6358" y="6227"/>
                  <a:pt x="6358" y="6513"/>
                </a:cubicBezTo>
                <a:cubicBezTo>
                  <a:pt x="6358" y="7013"/>
                  <a:pt x="6775" y="7430"/>
                  <a:pt x="7275" y="7430"/>
                </a:cubicBezTo>
                <a:cubicBezTo>
                  <a:pt x="7787" y="7430"/>
                  <a:pt x="8204" y="7013"/>
                  <a:pt x="8204" y="6513"/>
                </a:cubicBezTo>
                <a:cubicBezTo>
                  <a:pt x="8204" y="6227"/>
                  <a:pt x="8073" y="5942"/>
                  <a:pt x="7834" y="5787"/>
                </a:cubicBezTo>
                <a:lnTo>
                  <a:pt x="7834" y="5644"/>
                </a:lnTo>
                <a:close/>
                <a:moveTo>
                  <a:pt x="3739" y="0"/>
                </a:moveTo>
                <a:cubicBezTo>
                  <a:pt x="3227" y="0"/>
                  <a:pt x="2810" y="405"/>
                  <a:pt x="2810" y="917"/>
                </a:cubicBezTo>
                <a:cubicBezTo>
                  <a:pt x="2810" y="1203"/>
                  <a:pt x="2941" y="1489"/>
                  <a:pt x="3179" y="1643"/>
                </a:cubicBezTo>
                <a:lnTo>
                  <a:pt x="3179" y="1786"/>
                </a:lnTo>
                <a:lnTo>
                  <a:pt x="1965" y="1786"/>
                </a:lnTo>
                <a:cubicBezTo>
                  <a:pt x="1869" y="1786"/>
                  <a:pt x="1786" y="1858"/>
                  <a:pt x="1786" y="1965"/>
                </a:cubicBezTo>
                <a:lnTo>
                  <a:pt x="1786" y="5501"/>
                </a:lnTo>
                <a:lnTo>
                  <a:pt x="1786" y="6727"/>
                </a:lnTo>
                <a:lnTo>
                  <a:pt x="1655" y="6727"/>
                </a:lnTo>
                <a:cubicBezTo>
                  <a:pt x="1476" y="6501"/>
                  <a:pt x="1203" y="6346"/>
                  <a:pt x="917" y="6346"/>
                </a:cubicBezTo>
                <a:cubicBezTo>
                  <a:pt x="417" y="6346"/>
                  <a:pt x="0" y="6763"/>
                  <a:pt x="0" y="7275"/>
                </a:cubicBezTo>
                <a:cubicBezTo>
                  <a:pt x="0" y="7775"/>
                  <a:pt x="417" y="8192"/>
                  <a:pt x="917" y="8192"/>
                </a:cubicBezTo>
                <a:cubicBezTo>
                  <a:pt x="1203" y="8192"/>
                  <a:pt x="1488" y="8061"/>
                  <a:pt x="1655" y="7823"/>
                </a:cubicBezTo>
                <a:lnTo>
                  <a:pt x="1786" y="7823"/>
                </a:lnTo>
                <a:lnTo>
                  <a:pt x="1786" y="9049"/>
                </a:lnTo>
                <a:cubicBezTo>
                  <a:pt x="1786" y="9132"/>
                  <a:pt x="1857" y="9228"/>
                  <a:pt x="1965" y="9228"/>
                </a:cubicBezTo>
                <a:lnTo>
                  <a:pt x="2584" y="9228"/>
                </a:lnTo>
                <a:cubicBezTo>
                  <a:pt x="2679" y="9228"/>
                  <a:pt x="2762" y="9144"/>
                  <a:pt x="2762" y="9049"/>
                </a:cubicBezTo>
                <a:cubicBezTo>
                  <a:pt x="2762" y="8942"/>
                  <a:pt x="2691" y="8870"/>
                  <a:pt x="2584" y="8870"/>
                </a:cubicBezTo>
                <a:lnTo>
                  <a:pt x="2143" y="8870"/>
                </a:lnTo>
                <a:lnTo>
                  <a:pt x="2143" y="7644"/>
                </a:lnTo>
                <a:cubicBezTo>
                  <a:pt x="2143" y="7561"/>
                  <a:pt x="2072" y="7466"/>
                  <a:pt x="1965" y="7466"/>
                </a:cubicBezTo>
                <a:lnTo>
                  <a:pt x="1560" y="7466"/>
                </a:lnTo>
                <a:cubicBezTo>
                  <a:pt x="1500" y="7466"/>
                  <a:pt x="1441" y="7501"/>
                  <a:pt x="1417" y="7561"/>
                </a:cubicBezTo>
                <a:cubicBezTo>
                  <a:pt x="1310" y="7739"/>
                  <a:pt x="1119" y="7835"/>
                  <a:pt x="917" y="7835"/>
                </a:cubicBezTo>
                <a:cubicBezTo>
                  <a:pt x="607" y="7835"/>
                  <a:pt x="357" y="7585"/>
                  <a:pt x="357" y="7275"/>
                </a:cubicBezTo>
                <a:cubicBezTo>
                  <a:pt x="357" y="6965"/>
                  <a:pt x="607" y="6704"/>
                  <a:pt x="917" y="6704"/>
                </a:cubicBezTo>
                <a:cubicBezTo>
                  <a:pt x="1131" y="6704"/>
                  <a:pt x="1310" y="6811"/>
                  <a:pt x="1417" y="6989"/>
                </a:cubicBezTo>
                <a:cubicBezTo>
                  <a:pt x="1441" y="7049"/>
                  <a:pt x="1500" y="7085"/>
                  <a:pt x="1560" y="7085"/>
                </a:cubicBezTo>
                <a:lnTo>
                  <a:pt x="1965" y="7085"/>
                </a:lnTo>
                <a:cubicBezTo>
                  <a:pt x="2048" y="7085"/>
                  <a:pt x="2143" y="7001"/>
                  <a:pt x="2143" y="6906"/>
                </a:cubicBezTo>
                <a:lnTo>
                  <a:pt x="2143" y="5680"/>
                </a:lnTo>
                <a:lnTo>
                  <a:pt x="3358" y="5680"/>
                </a:lnTo>
                <a:cubicBezTo>
                  <a:pt x="3453" y="5680"/>
                  <a:pt x="3536" y="5608"/>
                  <a:pt x="3536" y="5501"/>
                </a:cubicBezTo>
                <a:lnTo>
                  <a:pt x="3536" y="5096"/>
                </a:lnTo>
                <a:cubicBezTo>
                  <a:pt x="3536" y="5037"/>
                  <a:pt x="3512" y="4977"/>
                  <a:pt x="3453" y="4953"/>
                </a:cubicBezTo>
                <a:cubicBezTo>
                  <a:pt x="3274" y="4846"/>
                  <a:pt x="3167" y="4656"/>
                  <a:pt x="3167" y="4465"/>
                </a:cubicBezTo>
                <a:cubicBezTo>
                  <a:pt x="3167" y="4144"/>
                  <a:pt x="3417" y="3894"/>
                  <a:pt x="3739" y="3894"/>
                </a:cubicBezTo>
                <a:cubicBezTo>
                  <a:pt x="4048" y="3894"/>
                  <a:pt x="4298" y="4144"/>
                  <a:pt x="4298" y="4465"/>
                </a:cubicBezTo>
                <a:cubicBezTo>
                  <a:pt x="4298" y="4668"/>
                  <a:pt x="4191" y="4846"/>
                  <a:pt x="4013" y="4953"/>
                </a:cubicBezTo>
                <a:cubicBezTo>
                  <a:pt x="3953" y="4977"/>
                  <a:pt x="3929" y="5037"/>
                  <a:pt x="3929" y="5096"/>
                </a:cubicBezTo>
                <a:lnTo>
                  <a:pt x="3929" y="5501"/>
                </a:lnTo>
                <a:cubicBezTo>
                  <a:pt x="3929" y="5596"/>
                  <a:pt x="4001" y="5680"/>
                  <a:pt x="4108" y="5680"/>
                </a:cubicBezTo>
                <a:lnTo>
                  <a:pt x="5322" y="5680"/>
                </a:lnTo>
                <a:lnTo>
                  <a:pt x="5322" y="6727"/>
                </a:lnTo>
                <a:lnTo>
                  <a:pt x="5191" y="6727"/>
                </a:lnTo>
                <a:cubicBezTo>
                  <a:pt x="5013" y="6501"/>
                  <a:pt x="4751" y="6346"/>
                  <a:pt x="4465" y="6346"/>
                </a:cubicBezTo>
                <a:cubicBezTo>
                  <a:pt x="3953" y="6346"/>
                  <a:pt x="3536" y="6763"/>
                  <a:pt x="3536" y="7275"/>
                </a:cubicBezTo>
                <a:cubicBezTo>
                  <a:pt x="3536" y="7775"/>
                  <a:pt x="3953" y="8192"/>
                  <a:pt x="4465" y="8192"/>
                </a:cubicBezTo>
                <a:cubicBezTo>
                  <a:pt x="4751" y="8192"/>
                  <a:pt x="5025" y="8061"/>
                  <a:pt x="5191" y="7823"/>
                </a:cubicBezTo>
                <a:lnTo>
                  <a:pt x="5322" y="7823"/>
                </a:lnTo>
                <a:lnTo>
                  <a:pt x="5322" y="8870"/>
                </a:lnTo>
                <a:lnTo>
                  <a:pt x="3120" y="8870"/>
                </a:lnTo>
                <a:cubicBezTo>
                  <a:pt x="3036" y="8870"/>
                  <a:pt x="2941" y="8942"/>
                  <a:pt x="2941" y="9049"/>
                </a:cubicBezTo>
                <a:cubicBezTo>
                  <a:pt x="2941" y="9144"/>
                  <a:pt x="3024" y="9228"/>
                  <a:pt x="3120" y="9228"/>
                </a:cubicBezTo>
                <a:lnTo>
                  <a:pt x="6727" y="9228"/>
                </a:lnTo>
                <a:lnTo>
                  <a:pt x="6727" y="9359"/>
                </a:lnTo>
                <a:cubicBezTo>
                  <a:pt x="6501" y="9537"/>
                  <a:pt x="6358" y="9799"/>
                  <a:pt x="6358" y="10085"/>
                </a:cubicBezTo>
                <a:cubicBezTo>
                  <a:pt x="6358" y="10597"/>
                  <a:pt x="6775" y="11014"/>
                  <a:pt x="7275" y="11014"/>
                </a:cubicBezTo>
                <a:cubicBezTo>
                  <a:pt x="7787" y="11014"/>
                  <a:pt x="8204" y="10597"/>
                  <a:pt x="8204" y="10085"/>
                </a:cubicBezTo>
                <a:cubicBezTo>
                  <a:pt x="8204" y="9799"/>
                  <a:pt x="8061" y="9525"/>
                  <a:pt x="7823" y="9359"/>
                </a:cubicBezTo>
                <a:lnTo>
                  <a:pt x="7823" y="9228"/>
                </a:lnTo>
                <a:lnTo>
                  <a:pt x="9049" y="9228"/>
                </a:lnTo>
                <a:cubicBezTo>
                  <a:pt x="9132" y="9228"/>
                  <a:pt x="9227" y="9144"/>
                  <a:pt x="9227" y="9049"/>
                </a:cubicBezTo>
                <a:lnTo>
                  <a:pt x="9227" y="7858"/>
                </a:lnTo>
                <a:lnTo>
                  <a:pt x="9227" y="7632"/>
                </a:lnTo>
                <a:lnTo>
                  <a:pt x="9227" y="5501"/>
                </a:lnTo>
                <a:lnTo>
                  <a:pt x="9227" y="4287"/>
                </a:lnTo>
                <a:lnTo>
                  <a:pt x="9358" y="4287"/>
                </a:lnTo>
                <a:cubicBezTo>
                  <a:pt x="9537" y="4501"/>
                  <a:pt x="9811" y="4656"/>
                  <a:pt x="10097" y="4656"/>
                </a:cubicBezTo>
                <a:cubicBezTo>
                  <a:pt x="10597" y="4656"/>
                  <a:pt x="11013" y="4239"/>
                  <a:pt x="11013" y="3727"/>
                </a:cubicBezTo>
                <a:cubicBezTo>
                  <a:pt x="11013" y="3227"/>
                  <a:pt x="10597" y="2810"/>
                  <a:pt x="10097" y="2810"/>
                </a:cubicBezTo>
                <a:cubicBezTo>
                  <a:pt x="9811" y="2810"/>
                  <a:pt x="9525" y="2941"/>
                  <a:pt x="9358" y="3179"/>
                </a:cubicBezTo>
                <a:lnTo>
                  <a:pt x="9227" y="3179"/>
                </a:lnTo>
                <a:lnTo>
                  <a:pt x="9227" y="1965"/>
                </a:lnTo>
                <a:cubicBezTo>
                  <a:pt x="9227" y="1870"/>
                  <a:pt x="9156" y="1786"/>
                  <a:pt x="9049" y="1786"/>
                </a:cubicBezTo>
                <a:lnTo>
                  <a:pt x="8465" y="1786"/>
                </a:lnTo>
                <a:cubicBezTo>
                  <a:pt x="8382" y="1786"/>
                  <a:pt x="8287" y="1858"/>
                  <a:pt x="8287" y="1965"/>
                </a:cubicBezTo>
                <a:cubicBezTo>
                  <a:pt x="8287" y="2048"/>
                  <a:pt x="8358" y="2143"/>
                  <a:pt x="8465" y="2143"/>
                </a:cubicBezTo>
                <a:lnTo>
                  <a:pt x="8870" y="2143"/>
                </a:lnTo>
                <a:lnTo>
                  <a:pt x="8870" y="3358"/>
                </a:lnTo>
                <a:cubicBezTo>
                  <a:pt x="8870" y="3453"/>
                  <a:pt x="8942" y="3536"/>
                  <a:pt x="9049" y="3536"/>
                </a:cubicBezTo>
                <a:lnTo>
                  <a:pt x="9454" y="3536"/>
                </a:lnTo>
                <a:cubicBezTo>
                  <a:pt x="9513" y="3536"/>
                  <a:pt x="9573" y="3513"/>
                  <a:pt x="9597" y="3453"/>
                </a:cubicBezTo>
                <a:cubicBezTo>
                  <a:pt x="9704" y="3275"/>
                  <a:pt x="9894" y="3167"/>
                  <a:pt x="10085" y="3167"/>
                </a:cubicBezTo>
                <a:cubicBezTo>
                  <a:pt x="10406" y="3167"/>
                  <a:pt x="10656" y="3417"/>
                  <a:pt x="10656" y="3727"/>
                </a:cubicBezTo>
                <a:cubicBezTo>
                  <a:pt x="10656" y="4048"/>
                  <a:pt x="10406" y="4298"/>
                  <a:pt x="10085" y="4298"/>
                </a:cubicBezTo>
                <a:cubicBezTo>
                  <a:pt x="9882" y="4298"/>
                  <a:pt x="9704" y="4191"/>
                  <a:pt x="9597" y="4013"/>
                </a:cubicBezTo>
                <a:cubicBezTo>
                  <a:pt x="9573" y="3953"/>
                  <a:pt x="9513" y="3929"/>
                  <a:pt x="9454" y="3929"/>
                </a:cubicBezTo>
                <a:lnTo>
                  <a:pt x="9049" y="3929"/>
                </a:lnTo>
                <a:cubicBezTo>
                  <a:pt x="8966" y="3929"/>
                  <a:pt x="8870" y="4001"/>
                  <a:pt x="8870" y="4108"/>
                </a:cubicBezTo>
                <a:lnTo>
                  <a:pt x="8870" y="5322"/>
                </a:lnTo>
                <a:lnTo>
                  <a:pt x="7644" y="5322"/>
                </a:lnTo>
                <a:cubicBezTo>
                  <a:pt x="7561" y="5322"/>
                  <a:pt x="7465" y="5394"/>
                  <a:pt x="7465" y="5501"/>
                </a:cubicBezTo>
                <a:lnTo>
                  <a:pt x="7465" y="5906"/>
                </a:lnTo>
                <a:cubicBezTo>
                  <a:pt x="7465" y="5965"/>
                  <a:pt x="7501" y="6025"/>
                  <a:pt x="7561" y="6049"/>
                </a:cubicBezTo>
                <a:cubicBezTo>
                  <a:pt x="7739" y="6156"/>
                  <a:pt x="7846" y="6346"/>
                  <a:pt x="7846" y="6549"/>
                </a:cubicBezTo>
                <a:cubicBezTo>
                  <a:pt x="7846" y="6858"/>
                  <a:pt x="7584" y="7108"/>
                  <a:pt x="7275" y="7108"/>
                </a:cubicBezTo>
                <a:cubicBezTo>
                  <a:pt x="6965" y="7108"/>
                  <a:pt x="6715" y="6858"/>
                  <a:pt x="6715" y="6549"/>
                </a:cubicBezTo>
                <a:cubicBezTo>
                  <a:pt x="6715" y="6334"/>
                  <a:pt x="6810" y="6156"/>
                  <a:pt x="7001" y="6049"/>
                </a:cubicBezTo>
                <a:cubicBezTo>
                  <a:pt x="7061" y="6025"/>
                  <a:pt x="7084" y="5965"/>
                  <a:pt x="7084" y="5906"/>
                </a:cubicBezTo>
                <a:lnTo>
                  <a:pt x="7084" y="5501"/>
                </a:lnTo>
                <a:cubicBezTo>
                  <a:pt x="7084" y="5418"/>
                  <a:pt x="7013" y="5322"/>
                  <a:pt x="6906" y="5322"/>
                </a:cubicBezTo>
                <a:lnTo>
                  <a:pt x="5679" y="5322"/>
                </a:lnTo>
                <a:lnTo>
                  <a:pt x="5679" y="4287"/>
                </a:lnTo>
                <a:lnTo>
                  <a:pt x="5822" y="4287"/>
                </a:lnTo>
                <a:cubicBezTo>
                  <a:pt x="6001" y="4501"/>
                  <a:pt x="6263" y="4656"/>
                  <a:pt x="6549" y="4656"/>
                </a:cubicBezTo>
                <a:cubicBezTo>
                  <a:pt x="7061" y="4656"/>
                  <a:pt x="7477" y="4239"/>
                  <a:pt x="7477" y="3727"/>
                </a:cubicBezTo>
                <a:cubicBezTo>
                  <a:pt x="7477" y="3227"/>
                  <a:pt x="7061" y="2810"/>
                  <a:pt x="6549" y="2810"/>
                </a:cubicBezTo>
                <a:cubicBezTo>
                  <a:pt x="6263" y="2810"/>
                  <a:pt x="5989" y="2941"/>
                  <a:pt x="5822" y="3179"/>
                </a:cubicBezTo>
                <a:lnTo>
                  <a:pt x="5679" y="3179"/>
                </a:lnTo>
                <a:lnTo>
                  <a:pt x="5679" y="2143"/>
                </a:lnTo>
                <a:lnTo>
                  <a:pt x="7882" y="2143"/>
                </a:lnTo>
                <a:cubicBezTo>
                  <a:pt x="7977" y="2143"/>
                  <a:pt x="8061" y="2060"/>
                  <a:pt x="8061" y="1965"/>
                </a:cubicBezTo>
                <a:cubicBezTo>
                  <a:pt x="8061" y="1870"/>
                  <a:pt x="7989" y="1786"/>
                  <a:pt x="7882" y="1786"/>
                </a:cubicBezTo>
                <a:lnTo>
                  <a:pt x="4286" y="1786"/>
                </a:lnTo>
                <a:lnTo>
                  <a:pt x="4286" y="1643"/>
                </a:lnTo>
                <a:cubicBezTo>
                  <a:pt x="4513" y="1465"/>
                  <a:pt x="4655" y="1203"/>
                  <a:pt x="4655" y="917"/>
                </a:cubicBezTo>
                <a:cubicBezTo>
                  <a:pt x="4655" y="417"/>
                  <a:pt x="4239" y="0"/>
                  <a:pt x="373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37"/>
          <p:cNvGrpSpPr/>
          <p:nvPr/>
        </p:nvGrpSpPr>
        <p:grpSpPr>
          <a:xfrm>
            <a:off x="1781968" y="3240803"/>
            <a:ext cx="318721" cy="345615"/>
            <a:chOff x="2216956" y="1510503"/>
            <a:chExt cx="318721" cy="345615"/>
          </a:xfrm>
        </p:grpSpPr>
        <p:sp>
          <p:nvSpPr>
            <p:cNvPr id="271" name="Google Shape;271;p37"/>
            <p:cNvSpPr/>
            <p:nvPr/>
          </p:nvSpPr>
          <p:spPr>
            <a:xfrm>
              <a:off x="2386724" y="1510503"/>
              <a:ext cx="142524" cy="151594"/>
            </a:xfrm>
            <a:custGeom>
              <a:rect b="b" l="l" r="r" t="t"/>
              <a:pathLst>
                <a:path extrusionOk="0" h="4763" w="4478">
                  <a:moveTo>
                    <a:pt x="2315" y="1"/>
                  </a:moveTo>
                  <a:cubicBezTo>
                    <a:pt x="2179" y="1"/>
                    <a:pt x="2042" y="13"/>
                    <a:pt x="1906" y="36"/>
                  </a:cubicBezTo>
                  <a:cubicBezTo>
                    <a:pt x="1334" y="155"/>
                    <a:pt x="846" y="488"/>
                    <a:pt x="513" y="964"/>
                  </a:cubicBezTo>
                  <a:cubicBezTo>
                    <a:pt x="1" y="1738"/>
                    <a:pt x="25" y="2727"/>
                    <a:pt x="572" y="3465"/>
                  </a:cubicBezTo>
                  <a:lnTo>
                    <a:pt x="537" y="4596"/>
                  </a:lnTo>
                  <a:cubicBezTo>
                    <a:pt x="537" y="4655"/>
                    <a:pt x="560" y="4703"/>
                    <a:pt x="608" y="4727"/>
                  </a:cubicBezTo>
                  <a:cubicBezTo>
                    <a:pt x="632" y="4739"/>
                    <a:pt x="667" y="4763"/>
                    <a:pt x="691" y="4763"/>
                  </a:cubicBezTo>
                  <a:cubicBezTo>
                    <a:pt x="727" y="4763"/>
                    <a:pt x="739" y="4763"/>
                    <a:pt x="775" y="4739"/>
                  </a:cubicBezTo>
                  <a:lnTo>
                    <a:pt x="1799" y="4263"/>
                  </a:lnTo>
                  <a:cubicBezTo>
                    <a:pt x="1980" y="4308"/>
                    <a:pt x="2163" y="4331"/>
                    <a:pt x="2344" y="4331"/>
                  </a:cubicBezTo>
                  <a:cubicBezTo>
                    <a:pt x="3055" y="4331"/>
                    <a:pt x="3734" y="3986"/>
                    <a:pt x="4132" y="3370"/>
                  </a:cubicBezTo>
                  <a:cubicBezTo>
                    <a:pt x="4323" y="3096"/>
                    <a:pt x="4430" y="2774"/>
                    <a:pt x="4477" y="2453"/>
                  </a:cubicBezTo>
                  <a:cubicBezTo>
                    <a:pt x="4477" y="2358"/>
                    <a:pt x="4418" y="2274"/>
                    <a:pt x="4335" y="2262"/>
                  </a:cubicBezTo>
                  <a:cubicBezTo>
                    <a:pt x="4320" y="2259"/>
                    <a:pt x="4307" y="2257"/>
                    <a:pt x="4294" y="2257"/>
                  </a:cubicBezTo>
                  <a:cubicBezTo>
                    <a:pt x="4219" y="2257"/>
                    <a:pt x="4164" y="2312"/>
                    <a:pt x="4144" y="2393"/>
                  </a:cubicBezTo>
                  <a:cubicBezTo>
                    <a:pt x="4120" y="2667"/>
                    <a:pt x="4013" y="2941"/>
                    <a:pt x="3846" y="3179"/>
                  </a:cubicBezTo>
                  <a:cubicBezTo>
                    <a:pt x="3504" y="3697"/>
                    <a:pt x="2932" y="3992"/>
                    <a:pt x="2326" y="3992"/>
                  </a:cubicBezTo>
                  <a:cubicBezTo>
                    <a:pt x="2151" y="3992"/>
                    <a:pt x="1974" y="3968"/>
                    <a:pt x="1799" y="3917"/>
                  </a:cubicBezTo>
                  <a:cubicBezTo>
                    <a:pt x="1789" y="3914"/>
                    <a:pt x="1779" y="3913"/>
                    <a:pt x="1770" y="3913"/>
                  </a:cubicBezTo>
                  <a:cubicBezTo>
                    <a:pt x="1744" y="3913"/>
                    <a:pt x="1718" y="3924"/>
                    <a:pt x="1691" y="3941"/>
                  </a:cubicBezTo>
                  <a:lnTo>
                    <a:pt x="858" y="4322"/>
                  </a:lnTo>
                  <a:lnTo>
                    <a:pt x="906" y="3405"/>
                  </a:lnTo>
                  <a:cubicBezTo>
                    <a:pt x="906" y="3358"/>
                    <a:pt x="894" y="3334"/>
                    <a:pt x="870" y="3298"/>
                  </a:cubicBezTo>
                  <a:cubicBezTo>
                    <a:pt x="370" y="2679"/>
                    <a:pt x="334" y="1798"/>
                    <a:pt x="787" y="1131"/>
                  </a:cubicBezTo>
                  <a:cubicBezTo>
                    <a:pt x="1048" y="714"/>
                    <a:pt x="1489" y="441"/>
                    <a:pt x="1965" y="333"/>
                  </a:cubicBezTo>
                  <a:cubicBezTo>
                    <a:pt x="2084" y="313"/>
                    <a:pt x="2203" y="303"/>
                    <a:pt x="2321" y="303"/>
                  </a:cubicBezTo>
                  <a:cubicBezTo>
                    <a:pt x="2686" y="303"/>
                    <a:pt x="3040" y="403"/>
                    <a:pt x="3346" y="619"/>
                  </a:cubicBezTo>
                  <a:cubicBezTo>
                    <a:pt x="3763" y="905"/>
                    <a:pt x="4049" y="1322"/>
                    <a:pt x="4132" y="1822"/>
                  </a:cubicBezTo>
                  <a:cubicBezTo>
                    <a:pt x="4143" y="1909"/>
                    <a:pt x="4224" y="1966"/>
                    <a:pt x="4292" y="1966"/>
                  </a:cubicBezTo>
                  <a:cubicBezTo>
                    <a:pt x="4298" y="1966"/>
                    <a:pt x="4305" y="1966"/>
                    <a:pt x="4311" y="1965"/>
                  </a:cubicBezTo>
                  <a:cubicBezTo>
                    <a:pt x="4406" y="1941"/>
                    <a:pt x="4466" y="1857"/>
                    <a:pt x="4442" y="1786"/>
                  </a:cubicBezTo>
                  <a:cubicBezTo>
                    <a:pt x="4347" y="1203"/>
                    <a:pt x="4013" y="714"/>
                    <a:pt x="3525" y="369"/>
                  </a:cubicBezTo>
                  <a:cubicBezTo>
                    <a:pt x="3164" y="117"/>
                    <a:pt x="2742" y="1"/>
                    <a:pt x="23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2423102" y="1541185"/>
              <a:ext cx="77723" cy="77723"/>
            </a:xfrm>
            <a:custGeom>
              <a:rect b="b" l="l" r="r" t="t"/>
              <a:pathLst>
                <a:path extrusionOk="0" h="2442" w="2442">
                  <a:moveTo>
                    <a:pt x="1084" y="346"/>
                  </a:moveTo>
                  <a:lnTo>
                    <a:pt x="1084" y="1215"/>
                  </a:lnTo>
                  <a:cubicBezTo>
                    <a:pt x="1084" y="1310"/>
                    <a:pt x="1168" y="1382"/>
                    <a:pt x="1251" y="1382"/>
                  </a:cubicBezTo>
                  <a:lnTo>
                    <a:pt x="2132" y="1382"/>
                  </a:lnTo>
                  <a:cubicBezTo>
                    <a:pt x="2037" y="1786"/>
                    <a:pt x="1668" y="2108"/>
                    <a:pt x="1239" y="2108"/>
                  </a:cubicBezTo>
                  <a:cubicBezTo>
                    <a:pt x="751" y="2108"/>
                    <a:pt x="346" y="1715"/>
                    <a:pt x="346" y="1215"/>
                  </a:cubicBezTo>
                  <a:cubicBezTo>
                    <a:pt x="346" y="774"/>
                    <a:pt x="656" y="417"/>
                    <a:pt x="1084" y="346"/>
                  </a:cubicBezTo>
                  <a:close/>
                  <a:moveTo>
                    <a:pt x="1215" y="0"/>
                  </a:moveTo>
                  <a:cubicBezTo>
                    <a:pt x="548" y="0"/>
                    <a:pt x="1" y="548"/>
                    <a:pt x="1" y="1215"/>
                  </a:cubicBezTo>
                  <a:cubicBezTo>
                    <a:pt x="1" y="1894"/>
                    <a:pt x="548" y="2441"/>
                    <a:pt x="1215" y="2441"/>
                  </a:cubicBezTo>
                  <a:cubicBezTo>
                    <a:pt x="1894" y="2441"/>
                    <a:pt x="2442" y="1894"/>
                    <a:pt x="2442" y="1215"/>
                  </a:cubicBezTo>
                  <a:cubicBezTo>
                    <a:pt x="2442" y="1120"/>
                    <a:pt x="2370" y="1060"/>
                    <a:pt x="2275" y="1060"/>
                  </a:cubicBezTo>
                  <a:lnTo>
                    <a:pt x="1382" y="1060"/>
                  </a:lnTo>
                  <a:lnTo>
                    <a:pt x="1382" y="167"/>
                  </a:lnTo>
                  <a:cubicBezTo>
                    <a:pt x="1382" y="72"/>
                    <a:pt x="1310" y="0"/>
                    <a:pt x="1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2216956" y="1538543"/>
              <a:ext cx="318721" cy="317575"/>
            </a:xfrm>
            <a:custGeom>
              <a:rect b="b" l="l" r="r" t="t"/>
              <a:pathLst>
                <a:path extrusionOk="0" h="9978" w="10014">
                  <a:moveTo>
                    <a:pt x="3787" y="1191"/>
                  </a:moveTo>
                  <a:lnTo>
                    <a:pt x="4763" y="2179"/>
                  </a:lnTo>
                  <a:cubicBezTo>
                    <a:pt x="5347" y="2762"/>
                    <a:pt x="5466" y="3667"/>
                    <a:pt x="5037" y="4382"/>
                  </a:cubicBezTo>
                  <a:cubicBezTo>
                    <a:pt x="4989" y="4441"/>
                    <a:pt x="5001" y="4525"/>
                    <a:pt x="5061" y="4572"/>
                  </a:cubicBezTo>
                  <a:lnTo>
                    <a:pt x="5394" y="4906"/>
                  </a:lnTo>
                  <a:cubicBezTo>
                    <a:pt x="5423" y="4934"/>
                    <a:pt x="5465" y="4950"/>
                    <a:pt x="5507" y="4950"/>
                  </a:cubicBezTo>
                  <a:cubicBezTo>
                    <a:pt x="5534" y="4950"/>
                    <a:pt x="5561" y="4943"/>
                    <a:pt x="5585" y="4929"/>
                  </a:cubicBezTo>
                  <a:cubicBezTo>
                    <a:pt x="5873" y="4756"/>
                    <a:pt x="6191" y="4673"/>
                    <a:pt x="6506" y="4673"/>
                  </a:cubicBezTo>
                  <a:cubicBezTo>
                    <a:pt x="6972" y="4673"/>
                    <a:pt x="7432" y="4855"/>
                    <a:pt x="7787" y="5203"/>
                  </a:cubicBezTo>
                  <a:lnTo>
                    <a:pt x="8776" y="6179"/>
                  </a:lnTo>
                  <a:lnTo>
                    <a:pt x="6228" y="8727"/>
                  </a:lnTo>
                  <a:lnTo>
                    <a:pt x="5239" y="7751"/>
                  </a:lnTo>
                  <a:cubicBezTo>
                    <a:pt x="5025" y="7525"/>
                    <a:pt x="4870" y="7251"/>
                    <a:pt x="4787" y="6953"/>
                  </a:cubicBezTo>
                  <a:cubicBezTo>
                    <a:pt x="4644" y="6477"/>
                    <a:pt x="4728" y="5965"/>
                    <a:pt x="4978" y="5548"/>
                  </a:cubicBezTo>
                  <a:cubicBezTo>
                    <a:pt x="5025" y="5489"/>
                    <a:pt x="5001" y="5394"/>
                    <a:pt x="4942" y="5346"/>
                  </a:cubicBezTo>
                  <a:lnTo>
                    <a:pt x="4620" y="5025"/>
                  </a:lnTo>
                  <a:cubicBezTo>
                    <a:pt x="4589" y="4993"/>
                    <a:pt x="4541" y="4977"/>
                    <a:pt x="4495" y="4977"/>
                  </a:cubicBezTo>
                  <a:cubicBezTo>
                    <a:pt x="4472" y="4977"/>
                    <a:pt x="4450" y="4981"/>
                    <a:pt x="4430" y="4989"/>
                  </a:cubicBezTo>
                  <a:cubicBezTo>
                    <a:pt x="4137" y="5164"/>
                    <a:pt x="3815" y="5250"/>
                    <a:pt x="3496" y="5250"/>
                  </a:cubicBezTo>
                  <a:cubicBezTo>
                    <a:pt x="3034" y="5250"/>
                    <a:pt x="2579" y="5072"/>
                    <a:pt x="2227" y="4727"/>
                  </a:cubicBezTo>
                  <a:lnTo>
                    <a:pt x="1239" y="3739"/>
                  </a:lnTo>
                  <a:lnTo>
                    <a:pt x="3787" y="1191"/>
                  </a:lnTo>
                  <a:close/>
                  <a:moveTo>
                    <a:pt x="9288" y="6120"/>
                  </a:moveTo>
                  <a:lnTo>
                    <a:pt x="9633" y="6465"/>
                  </a:lnTo>
                  <a:lnTo>
                    <a:pt x="6513" y="9585"/>
                  </a:lnTo>
                  <a:lnTo>
                    <a:pt x="6168" y="9251"/>
                  </a:lnTo>
                  <a:lnTo>
                    <a:pt x="9109" y="6299"/>
                  </a:lnTo>
                  <a:lnTo>
                    <a:pt x="9288" y="6120"/>
                  </a:lnTo>
                  <a:close/>
                  <a:moveTo>
                    <a:pt x="3525" y="0"/>
                  </a:moveTo>
                  <a:cubicBezTo>
                    <a:pt x="3489" y="0"/>
                    <a:pt x="3442" y="24"/>
                    <a:pt x="3406" y="48"/>
                  </a:cubicBezTo>
                  <a:lnTo>
                    <a:pt x="2180" y="1286"/>
                  </a:lnTo>
                  <a:cubicBezTo>
                    <a:pt x="2120" y="1346"/>
                    <a:pt x="2120" y="1453"/>
                    <a:pt x="2180" y="1512"/>
                  </a:cubicBezTo>
                  <a:cubicBezTo>
                    <a:pt x="2209" y="1542"/>
                    <a:pt x="2248" y="1557"/>
                    <a:pt x="2287" y="1557"/>
                  </a:cubicBezTo>
                  <a:cubicBezTo>
                    <a:pt x="2325" y="1557"/>
                    <a:pt x="2364" y="1542"/>
                    <a:pt x="2394" y="1512"/>
                  </a:cubicBezTo>
                  <a:lnTo>
                    <a:pt x="3525" y="381"/>
                  </a:lnTo>
                  <a:lnTo>
                    <a:pt x="3870" y="715"/>
                  </a:lnTo>
                  <a:lnTo>
                    <a:pt x="3692" y="893"/>
                  </a:lnTo>
                  <a:lnTo>
                    <a:pt x="929" y="3667"/>
                  </a:lnTo>
                  <a:lnTo>
                    <a:pt x="751" y="3846"/>
                  </a:lnTo>
                  <a:lnTo>
                    <a:pt x="406" y="3501"/>
                  </a:lnTo>
                  <a:lnTo>
                    <a:pt x="1953" y="1953"/>
                  </a:lnTo>
                  <a:cubicBezTo>
                    <a:pt x="2013" y="1893"/>
                    <a:pt x="2013" y="1786"/>
                    <a:pt x="1953" y="1727"/>
                  </a:cubicBezTo>
                  <a:cubicBezTo>
                    <a:pt x="1924" y="1697"/>
                    <a:pt x="1882" y="1682"/>
                    <a:pt x="1840" y="1682"/>
                  </a:cubicBezTo>
                  <a:cubicBezTo>
                    <a:pt x="1799" y="1682"/>
                    <a:pt x="1757" y="1697"/>
                    <a:pt x="1727" y="1727"/>
                  </a:cubicBezTo>
                  <a:lnTo>
                    <a:pt x="60" y="3393"/>
                  </a:lnTo>
                  <a:cubicBezTo>
                    <a:pt x="1" y="3453"/>
                    <a:pt x="1" y="3560"/>
                    <a:pt x="60" y="3620"/>
                  </a:cubicBezTo>
                  <a:lnTo>
                    <a:pt x="632" y="4191"/>
                  </a:lnTo>
                  <a:cubicBezTo>
                    <a:pt x="656" y="4215"/>
                    <a:pt x="703" y="4227"/>
                    <a:pt x="751" y="4227"/>
                  </a:cubicBezTo>
                  <a:cubicBezTo>
                    <a:pt x="787" y="4227"/>
                    <a:pt x="834" y="4215"/>
                    <a:pt x="870" y="4191"/>
                  </a:cubicBezTo>
                  <a:lnTo>
                    <a:pt x="1048" y="4013"/>
                  </a:lnTo>
                  <a:lnTo>
                    <a:pt x="2025" y="4989"/>
                  </a:lnTo>
                  <a:cubicBezTo>
                    <a:pt x="2430" y="5394"/>
                    <a:pt x="2971" y="5607"/>
                    <a:pt x="3517" y="5607"/>
                  </a:cubicBezTo>
                  <a:cubicBezTo>
                    <a:pt x="3854" y="5607"/>
                    <a:pt x="4192" y="5526"/>
                    <a:pt x="4501" y="5358"/>
                  </a:cubicBezTo>
                  <a:lnTo>
                    <a:pt x="4644" y="5513"/>
                  </a:lnTo>
                  <a:cubicBezTo>
                    <a:pt x="4394" y="5989"/>
                    <a:pt x="4335" y="6537"/>
                    <a:pt x="4477" y="7061"/>
                  </a:cubicBezTo>
                  <a:cubicBezTo>
                    <a:pt x="4573" y="7406"/>
                    <a:pt x="4763" y="7727"/>
                    <a:pt x="5013" y="7977"/>
                  </a:cubicBezTo>
                  <a:lnTo>
                    <a:pt x="6001" y="8966"/>
                  </a:lnTo>
                  <a:lnTo>
                    <a:pt x="5823" y="9144"/>
                  </a:lnTo>
                  <a:cubicBezTo>
                    <a:pt x="5763" y="9204"/>
                    <a:pt x="5763" y="9311"/>
                    <a:pt x="5823" y="9370"/>
                  </a:cubicBezTo>
                  <a:lnTo>
                    <a:pt x="6394" y="9930"/>
                  </a:lnTo>
                  <a:cubicBezTo>
                    <a:pt x="6418" y="9966"/>
                    <a:pt x="6466" y="9978"/>
                    <a:pt x="6513" y="9978"/>
                  </a:cubicBezTo>
                  <a:cubicBezTo>
                    <a:pt x="6549" y="9978"/>
                    <a:pt x="6585" y="9966"/>
                    <a:pt x="6633" y="9930"/>
                  </a:cubicBezTo>
                  <a:lnTo>
                    <a:pt x="9978" y="6584"/>
                  </a:lnTo>
                  <a:cubicBezTo>
                    <a:pt x="10014" y="6525"/>
                    <a:pt x="10014" y="6418"/>
                    <a:pt x="9966" y="6358"/>
                  </a:cubicBezTo>
                  <a:lnTo>
                    <a:pt x="9395" y="5798"/>
                  </a:lnTo>
                  <a:cubicBezTo>
                    <a:pt x="9365" y="5769"/>
                    <a:pt x="9323" y="5754"/>
                    <a:pt x="9282" y="5754"/>
                  </a:cubicBezTo>
                  <a:cubicBezTo>
                    <a:pt x="9240" y="5754"/>
                    <a:pt x="9198" y="5769"/>
                    <a:pt x="9169" y="5798"/>
                  </a:cubicBezTo>
                  <a:lnTo>
                    <a:pt x="8990" y="5977"/>
                  </a:lnTo>
                  <a:lnTo>
                    <a:pt x="8014" y="4989"/>
                  </a:lnTo>
                  <a:cubicBezTo>
                    <a:pt x="7609" y="4585"/>
                    <a:pt x="7069" y="4375"/>
                    <a:pt x="6524" y="4375"/>
                  </a:cubicBezTo>
                  <a:cubicBezTo>
                    <a:pt x="6186" y="4375"/>
                    <a:pt x="5847" y="4456"/>
                    <a:pt x="5537" y="4620"/>
                  </a:cubicBezTo>
                  <a:lnTo>
                    <a:pt x="5394" y="4465"/>
                  </a:lnTo>
                  <a:cubicBezTo>
                    <a:pt x="5823" y="3655"/>
                    <a:pt x="5668" y="2655"/>
                    <a:pt x="5013" y="2000"/>
                  </a:cubicBezTo>
                  <a:lnTo>
                    <a:pt x="4037" y="1012"/>
                  </a:lnTo>
                  <a:lnTo>
                    <a:pt x="4216" y="834"/>
                  </a:lnTo>
                  <a:cubicBezTo>
                    <a:pt x="4275" y="774"/>
                    <a:pt x="4275" y="679"/>
                    <a:pt x="4216" y="619"/>
                  </a:cubicBezTo>
                  <a:lnTo>
                    <a:pt x="3644" y="48"/>
                  </a:lnTo>
                  <a:cubicBezTo>
                    <a:pt x="3620" y="24"/>
                    <a:pt x="3573" y="0"/>
                    <a:pt x="3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2275327" y="1662448"/>
              <a:ext cx="100066" cy="39434"/>
            </a:xfrm>
            <a:custGeom>
              <a:rect b="b" l="l" r="r" t="t"/>
              <a:pathLst>
                <a:path extrusionOk="0" h="1239" w="3144">
                  <a:moveTo>
                    <a:pt x="2632" y="310"/>
                  </a:moveTo>
                  <a:lnTo>
                    <a:pt x="2560" y="417"/>
                  </a:lnTo>
                  <a:cubicBezTo>
                    <a:pt x="2298" y="739"/>
                    <a:pt x="1953" y="917"/>
                    <a:pt x="1596" y="929"/>
                  </a:cubicBezTo>
                  <a:cubicBezTo>
                    <a:pt x="1239" y="929"/>
                    <a:pt x="905" y="774"/>
                    <a:pt x="643" y="477"/>
                  </a:cubicBezTo>
                  <a:cubicBezTo>
                    <a:pt x="643" y="477"/>
                    <a:pt x="584" y="393"/>
                    <a:pt x="512" y="310"/>
                  </a:cubicBezTo>
                  <a:close/>
                  <a:moveTo>
                    <a:pt x="179" y="0"/>
                  </a:moveTo>
                  <a:cubicBezTo>
                    <a:pt x="119" y="0"/>
                    <a:pt x="60" y="24"/>
                    <a:pt x="36" y="84"/>
                  </a:cubicBezTo>
                  <a:cubicBezTo>
                    <a:pt x="0" y="143"/>
                    <a:pt x="12" y="203"/>
                    <a:pt x="48" y="251"/>
                  </a:cubicBezTo>
                  <a:cubicBezTo>
                    <a:pt x="155" y="370"/>
                    <a:pt x="369" y="667"/>
                    <a:pt x="393" y="667"/>
                  </a:cubicBezTo>
                  <a:cubicBezTo>
                    <a:pt x="703" y="1036"/>
                    <a:pt x="1119" y="1239"/>
                    <a:pt x="1560" y="1239"/>
                  </a:cubicBezTo>
                  <a:lnTo>
                    <a:pt x="1596" y="1239"/>
                  </a:lnTo>
                  <a:cubicBezTo>
                    <a:pt x="2060" y="1215"/>
                    <a:pt x="2489" y="1001"/>
                    <a:pt x="2810" y="596"/>
                  </a:cubicBezTo>
                  <a:lnTo>
                    <a:pt x="3096" y="239"/>
                  </a:lnTo>
                  <a:cubicBezTo>
                    <a:pt x="3132" y="203"/>
                    <a:pt x="3144" y="143"/>
                    <a:pt x="3108" y="84"/>
                  </a:cubicBezTo>
                  <a:cubicBezTo>
                    <a:pt x="3084" y="24"/>
                    <a:pt x="3024" y="0"/>
                    <a:pt x="2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2371192" y="1745422"/>
              <a:ext cx="101211" cy="60663"/>
            </a:xfrm>
            <a:custGeom>
              <a:rect b="b" l="l" r="r" t="t"/>
              <a:pathLst>
                <a:path extrusionOk="0" h="1906" w="318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513"/>
                    <a:pt x="239" y="787"/>
                    <a:pt x="274" y="834"/>
                  </a:cubicBezTo>
                  <a:lnTo>
                    <a:pt x="1298" y="1858"/>
                  </a:lnTo>
                  <a:cubicBezTo>
                    <a:pt x="1334" y="1882"/>
                    <a:pt x="1382" y="1906"/>
                    <a:pt x="1429" y="1906"/>
                  </a:cubicBezTo>
                  <a:cubicBezTo>
                    <a:pt x="1465" y="1906"/>
                    <a:pt x="1501" y="1882"/>
                    <a:pt x="1548" y="1858"/>
                  </a:cubicBezTo>
                  <a:lnTo>
                    <a:pt x="3120" y="275"/>
                  </a:lnTo>
                  <a:cubicBezTo>
                    <a:pt x="3168" y="215"/>
                    <a:pt x="3180" y="156"/>
                    <a:pt x="3156" y="96"/>
                  </a:cubicBezTo>
                  <a:cubicBezTo>
                    <a:pt x="3120" y="37"/>
                    <a:pt x="3060" y="1"/>
                    <a:pt x="3001" y="1"/>
                  </a:cubicBezTo>
                  <a:lnTo>
                    <a:pt x="1584" y="1"/>
                  </a:lnTo>
                  <a:cubicBezTo>
                    <a:pt x="1501" y="1"/>
                    <a:pt x="1429" y="72"/>
                    <a:pt x="1429" y="156"/>
                  </a:cubicBezTo>
                  <a:cubicBezTo>
                    <a:pt x="1429" y="251"/>
                    <a:pt x="1501" y="322"/>
                    <a:pt x="1584" y="322"/>
                  </a:cubicBezTo>
                  <a:lnTo>
                    <a:pt x="2620" y="322"/>
                  </a:lnTo>
                  <a:lnTo>
                    <a:pt x="1429" y="1513"/>
                  </a:lnTo>
                  <a:lnTo>
                    <a:pt x="513" y="608"/>
                  </a:lnTo>
                  <a:cubicBezTo>
                    <a:pt x="501" y="596"/>
                    <a:pt x="393" y="489"/>
                    <a:pt x="358" y="322"/>
                  </a:cubicBezTo>
                  <a:lnTo>
                    <a:pt x="965" y="322"/>
                  </a:lnTo>
                  <a:cubicBezTo>
                    <a:pt x="1048" y="322"/>
                    <a:pt x="1132" y="251"/>
                    <a:pt x="1132" y="156"/>
                  </a:cubicBezTo>
                  <a:cubicBezTo>
                    <a:pt x="1132" y="72"/>
                    <a:pt x="1048" y="1"/>
                    <a:pt x="9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37"/>
          <p:cNvGrpSpPr/>
          <p:nvPr/>
        </p:nvGrpSpPr>
        <p:grpSpPr>
          <a:xfrm>
            <a:off x="7011272" y="3231516"/>
            <a:ext cx="382819" cy="310788"/>
            <a:chOff x="6083810" y="1547297"/>
            <a:chExt cx="382819" cy="310788"/>
          </a:xfrm>
        </p:grpSpPr>
        <p:sp>
          <p:nvSpPr>
            <p:cNvPr id="277" name="Google Shape;277;p37"/>
            <p:cNvSpPr/>
            <p:nvPr/>
          </p:nvSpPr>
          <p:spPr>
            <a:xfrm>
              <a:off x="6083810" y="1547297"/>
              <a:ext cx="382819" cy="310788"/>
            </a:xfrm>
            <a:custGeom>
              <a:rect b="b" l="l" r="r" t="t"/>
              <a:pathLst>
                <a:path extrusionOk="0" h="9764" w="12027">
                  <a:moveTo>
                    <a:pt x="1834" y="334"/>
                  </a:moveTo>
                  <a:cubicBezTo>
                    <a:pt x="1834" y="334"/>
                    <a:pt x="1846" y="334"/>
                    <a:pt x="1846" y="358"/>
                  </a:cubicBezTo>
                  <a:lnTo>
                    <a:pt x="1846" y="1108"/>
                  </a:lnTo>
                  <a:cubicBezTo>
                    <a:pt x="1846" y="1108"/>
                    <a:pt x="1846" y="1132"/>
                    <a:pt x="1834" y="1132"/>
                  </a:cubicBezTo>
                  <a:lnTo>
                    <a:pt x="1465" y="1132"/>
                  </a:lnTo>
                  <a:cubicBezTo>
                    <a:pt x="1465" y="1132"/>
                    <a:pt x="1453" y="1132"/>
                    <a:pt x="1453" y="1108"/>
                  </a:cubicBezTo>
                  <a:lnTo>
                    <a:pt x="1453" y="358"/>
                  </a:lnTo>
                  <a:lnTo>
                    <a:pt x="1834" y="334"/>
                  </a:lnTo>
                  <a:close/>
                  <a:moveTo>
                    <a:pt x="10502" y="334"/>
                  </a:moveTo>
                  <a:cubicBezTo>
                    <a:pt x="10502" y="334"/>
                    <a:pt x="10514" y="334"/>
                    <a:pt x="10514" y="358"/>
                  </a:cubicBezTo>
                  <a:lnTo>
                    <a:pt x="10514" y="1108"/>
                  </a:lnTo>
                  <a:cubicBezTo>
                    <a:pt x="10514" y="1108"/>
                    <a:pt x="10514" y="1132"/>
                    <a:pt x="10502" y="1132"/>
                  </a:cubicBezTo>
                  <a:lnTo>
                    <a:pt x="10133" y="1132"/>
                  </a:lnTo>
                  <a:cubicBezTo>
                    <a:pt x="10133" y="1132"/>
                    <a:pt x="10109" y="1132"/>
                    <a:pt x="10109" y="1108"/>
                  </a:cubicBezTo>
                  <a:lnTo>
                    <a:pt x="10109" y="358"/>
                  </a:lnTo>
                  <a:lnTo>
                    <a:pt x="10502" y="334"/>
                  </a:lnTo>
                  <a:close/>
                  <a:moveTo>
                    <a:pt x="11229" y="1096"/>
                  </a:moveTo>
                  <a:cubicBezTo>
                    <a:pt x="11443" y="1096"/>
                    <a:pt x="11621" y="1274"/>
                    <a:pt x="11621" y="1477"/>
                  </a:cubicBezTo>
                  <a:lnTo>
                    <a:pt x="11621" y="9013"/>
                  </a:lnTo>
                  <a:cubicBezTo>
                    <a:pt x="11645" y="9240"/>
                    <a:pt x="11467" y="9406"/>
                    <a:pt x="11264" y="9406"/>
                  </a:cubicBezTo>
                  <a:lnTo>
                    <a:pt x="727" y="9406"/>
                  </a:lnTo>
                  <a:cubicBezTo>
                    <a:pt x="513" y="9406"/>
                    <a:pt x="334" y="9228"/>
                    <a:pt x="334" y="9013"/>
                  </a:cubicBezTo>
                  <a:lnTo>
                    <a:pt x="334" y="1477"/>
                  </a:lnTo>
                  <a:cubicBezTo>
                    <a:pt x="334" y="1274"/>
                    <a:pt x="513" y="1096"/>
                    <a:pt x="727" y="1096"/>
                  </a:cubicBezTo>
                  <a:lnTo>
                    <a:pt x="1108" y="1096"/>
                  </a:lnTo>
                  <a:lnTo>
                    <a:pt x="1108" y="1108"/>
                  </a:lnTo>
                  <a:cubicBezTo>
                    <a:pt x="1108" y="1322"/>
                    <a:pt x="1275" y="1465"/>
                    <a:pt x="1465" y="1465"/>
                  </a:cubicBezTo>
                  <a:lnTo>
                    <a:pt x="1834" y="1465"/>
                  </a:lnTo>
                  <a:cubicBezTo>
                    <a:pt x="2049" y="1465"/>
                    <a:pt x="2192" y="1298"/>
                    <a:pt x="2192" y="1108"/>
                  </a:cubicBezTo>
                  <a:lnTo>
                    <a:pt x="2192" y="1096"/>
                  </a:lnTo>
                  <a:lnTo>
                    <a:pt x="9752" y="1096"/>
                  </a:lnTo>
                  <a:lnTo>
                    <a:pt x="9752" y="1108"/>
                  </a:lnTo>
                  <a:cubicBezTo>
                    <a:pt x="9752" y="1322"/>
                    <a:pt x="9919" y="1465"/>
                    <a:pt x="10109" y="1465"/>
                  </a:cubicBezTo>
                  <a:lnTo>
                    <a:pt x="10490" y="1465"/>
                  </a:lnTo>
                  <a:cubicBezTo>
                    <a:pt x="10693" y="1465"/>
                    <a:pt x="10848" y="1298"/>
                    <a:pt x="10848" y="1108"/>
                  </a:cubicBezTo>
                  <a:lnTo>
                    <a:pt x="10848" y="1096"/>
                  </a:lnTo>
                  <a:close/>
                  <a:moveTo>
                    <a:pt x="1489" y="0"/>
                  </a:moveTo>
                  <a:cubicBezTo>
                    <a:pt x="1287" y="0"/>
                    <a:pt x="1132" y="155"/>
                    <a:pt x="1132" y="358"/>
                  </a:cubicBezTo>
                  <a:lnTo>
                    <a:pt x="1132" y="739"/>
                  </a:lnTo>
                  <a:lnTo>
                    <a:pt x="751" y="739"/>
                  </a:lnTo>
                  <a:cubicBezTo>
                    <a:pt x="346" y="739"/>
                    <a:pt x="1" y="1072"/>
                    <a:pt x="1" y="1489"/>
                  </a:cubicBezTo>
                  <a:lnTo>
                    <a:pt x="1" y="9013"/>
                  </a:lnTo>
                  <a:cubicBezTo>
                    <a:pt x="1" y="9418"/>
                    <a:pt x="334" y="9764"/>
                    <a:pt x="751" y="9764"/>
                  </a:cubicBezTo>
                  <a:lnTo>
                    <a:pt x="11288" y="9764"/>
                  </a:lnTo>
                  <a:cubicBezTo>
                    <a:pt x="11693" y="9764"/>
                    <a:pt x="12026" y="9430"/>
                    <a:pt x="12026" y="9013"/>
                  </a:cubicBezTo>
                  <a:lnTo>
                    <a:pt x="12026" y="1489"/>
                  </a:lnTo>
                  <a:cubicBezTo>
                    <a:pt x="12002" y="1084"/>
                    <a:pt x="11657" y="739"/>
                    <a:pt x="11264" y="739"/>
                  </a:cubicBezTo>
                  <a:lnTo>
                    <a:pt x="10871" y="739"/>
                  </a:lnTo>
                  <a:lnTo>
                    <a:pt x="10871" y="358"/>
                  </a:lnTo>
                  <a:cubicBezTo>
                    <a:pt x="10871" y="143"/>
                    <a:pt x="10705" y="0"/>
                    <a:pt x="10514" y="0"/>
                  </a:cubicBezTo>
                  <a:lnTo>
                    <a:pt x="10145" y="0"/>
                  </a:lnTo>
                  <a:cubicBezTo>
                    <a:pt x="9931" y="0"/>
                    <a:pt x="9788" y="155"/>
                    <a:pt x="9788" y="358"/>
                  </a:cubicBezTo>
                  <a:lnTo>
                    <a:pt x="9788" y="739"/>
                  </a:lnTo>
                  <a:lnTo>
                    <a:pt x="2227" y="739"/>
                  </a:lnTo>
                  <a:lnTo>
                    <a:pt x="2227" y="358"/>
                  </a:lnTo>
                  <a:cubicBezTo>
                    <a:pt x="2227" y="143"/>
                    <a:pt x="2061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6106950" y="1606787"/>
              <a:ext cx="334661" cy="11395"/>
            </a:xfrm>
            <a:custGeom>
              <a:rect b="b" l="l" r="r" t="t"/>
              <a:pathLst>
                <a:path extrusionOk="0" h="358" w="10514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0335" y="358"/>
                  </a:lnTo>
                  <a:cubicBezTo>
                    <a:pt x="10442" y="358"/>
                    <a:pt x="10513" y="286"/>
                    <a:pt x="10513" y="179"/>
                  </a:cubicBezTo>
                  <a:cubicBezTo>
                    <a:pt x="10513" y="72"/>
                    <a:pt x="10442" y="1"/>
                    <a:pt x="103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6124743" y="1655296"/>
              <a:ext cx="47427" cy="11395"/>
            </a:xfrm>
            <a:custGeom>
              <a:rect b="b" l="l" r="r" t="t"/>
              <a:pathLst>
                <a:path extrusionOk="0" h="358" w="149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79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6208520" y="1655296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8" y="275"/>
                    <a:pt x="1488" y="179"/>
                  </a:cubicBezTo>
                  <a:cubicBezTo>
                    <a:pt x="1488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6376391" y="1655296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9" y="275"/>
                    <a:pt x="1489" y="179"/>
                  </a:cubicBezTo>
                  <a:cubicBezTo>
                    <a:pt x="1489" y="72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6124743" y="1703041"/>
              <a:ext cx="47427" cy="11427"/>
            </a:xfrm>
            <a:custGeom>
              <a:rect b="b" l="l" r="r" t="t"/>
              <a:pathLst>
                <a:path extrusionOk="0" h="359" w="1490">
                  <a:moveTo>
                    <a:pt x="179" y="1"/>
                  </a:moveTo>
                  <a:cubicBezTo>
                    <a:pt x="72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80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6292646" y="1703041"/>
              <a:ext cx="47395" cy="11427"/>
            </a:xfrm>
            <a:custGeom>
              <a:rect b="b" l="l" r="r" t="t"/>
              <a:pathLst>
                <a:path extrusionOk="0" h="359" w="1489">
                  <a:moveTo>
                    <a:pt x="179" y="1"/>
                  </a:moveTo>
                  <a:cubicBezTo>
                    <a:pt x="72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05" y="358"/>
                    <a:pt x="1489" y="275"/>
                    <a:pt x="1489" y="180"/>
                  </a:cubicBezTo>
                  <a:cubicBezTo>
                    <a:pt x="1489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6124743" y="1750818"/>
              <a:ext cx="47427" cy="11395"/>
            </a:xfrm>
            <a:custGeom>
              <a:rect b="b" l="l" r="r" t="t"/>
              <a:pathLst>
                <a:path extrusionOk="0" h="358" w="149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8" y="357"/>
                    <a:pt x="1489" y="286"/>
                    <a:pt x="1489" y="179"/>
                  </a:cubicBezTo>
                  <a:cubicBezTo>
                    <a:pt x="1489" y="72"/>
                    <a:pt x="1406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6208520" y="1750818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6376391" y="1750818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6208520" y="1798563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6292646" y="1798563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05" y="357"/>
                    <a:pt x="1489" y="286"/>
                    <a:pt x="1489" y="179"/>
                  </a:cubicBezTo>
                  <a:cubicBezTo>
                    <a:pt x="1489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6376391" y="1798563"/>
              <a:ext cx="47395" cy="11395"/>
            </a:xfrm>
            <a:custGeom>
              <a:rect b="b" l="l" r="r" t="t"/>
              <a:pathLst>
                <a:path extrusionOk="0" h="358" w="1489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6207756" y="1690723"/>
              <a:ext cx="48923" cy="35108"/>
            </a:xfrm>
            <a:custGeom>
              <a:rect b="b" l="l" r="r" t="t"/>
              <a:pathLst>
                <a:path extrusionOk="0" h="1103" w="1537">
                  <a:moveTo>
                    <a:pt x="1328" y="1"/>
                  </a:moveTo>
                  <a:cubicBezTo>
                    <a:pt x="1283" y="1"/>
                    <a:pt x="1239" y="19"/>
                    <a:pt x="1203" y="55"/>
                  </a:cubicBezTo>
                  <a:lnTo>
                    <a:pt x="584" y="686"/>
                  </a:lnTo>
                  <a:lnTo>
                    <a:pt x="322" y="436"/>
                  </a:lnTo>
                  <a:cubicBezTo>
                    <a:pt x="286" y="394"/>
                    <a:pt x="241" y="373"/>
                    <a:pt x="197" y="373"/>
                  </a:cubicBezTo>
                  <a:cubicBezTo>
                    <a:pt x="152" y="373"/>
                    <a:pt x="107" y="394"/>
                    <a:pt x="72" y="436"/>
                  </a:cubicBezTo>
                  <a:cubicBezTo>
                    <a:pt x="0" y="507"/>
                    <a:pt x="0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2" y="1102"/>
                    <a:pt x="560" y="1102"/>
                  </a:cubicBezTo>
                  <a:cubicBezTo>
                    <a:pt x="607" y="1102"/>
                    <a:pt x="655" y="1078"/>
                    <a:pt x="679" y="1055"/>
                  </a:cubicBezTo>
                  <a:lnTo>
                    <a:pt x="1441" y="293"/>
                  </a:lnTo>
                  <a:cubicBezTo>
                    <a:pt x="1536" y="233"/>
                    <a:pt x="1536" y="138"/>
                    <a:pt x="1453" y="55"/>
                  </a:cubicBezTo>
                  <a:cubicBezTo>
                    <a:pt x="1417" y="19"/>
                    <a:pt x="1372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6376009" y="1690723"/>
              <a:ext cx="48159" cy="35108"/>
            </a:xfrm>
            <a:custGeom>
              <a:rect b="b" l="l" r="r" t="t"/>
              <a:pathLst>
                <a:path extrusionOk="0" h="1103" w="1513">
                  <a:moveTo>
                    <a:pt x="1328" y="1"/>
                  </a:moveTo>
                  <a:cubicBezTo>
                    <a:pt x="1284" y="1"/>
                    <a:pt x="1239" y="19"/>
                    <a:pt x="1203" y="55"/>
                  </a:cubicBezTo>
                  <a:lnTo>
                    <a:pt x="572" y="686"/>
                  </a:lnTo>
                  <a:lnTo>
                    <a:pt x="322" y="436"/>
                  </a:lnTo>
                  <a:cubicBezTo>
                    <a:pt x="286" y="394"/>
                    <a:pt x="242" y="373"/>
                    <a:pt x="197" y="373"/>
                  </a:cubicBezTo>
                  <a:cubicBezTo>
                    <a:pt x="152" y="373"/>
                    <a:pt x="108" y="394"/>
                    <a:pt x="72" y="436"/>
                  </a:cubicBezTo>
                  <a:cubicBezTo>
                    <a:pt x="1" y="507"/>
                    <a:pt x="1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3" y="1102"/>
                    <a:pt x="560" y="1102"/>
                  </a:cubicBezTo>
                  <a:cubicBezTo>
                    <a:pt x="608" y="1102"/>
                    <a:pt x="644" y="1078"/>
                    <a:pt x="679" y="1055"/>
                  </a:cubicBezTo>
                  <a:lnTo>
                    <a:pt x="1441" y="293"/>
                  </a:lnTo>
                  <a:cubicBezTo>
                    <a:pt x="1513" y="233"/>
                    <a:pt x="1513" y="138"/>
                    <a:pt x="1453" y="55"/>
                  </a:cubicBezTo>
                  <a:cubicBezTo>
                    <a:pt x="1417" y="19"/>
                    <a:pt x="1373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6291500" y="1738595"/>
              <a:ext cx="48923" cy="34981"/>
            </a:xfrm>
            <a:custGeom>
              <a:rect b="b" l="l" r="r" t="t"/>
              <a:pathLst>
                <a:path extrusionOk="0" h="1099" w="1537">
                  <a:moveTo>
                    <a:pt x="1334" y="0"/>
                  </a:moveTo>
                  <a:cubicBezTo>
                    <a:pt x="1289" y="0"/>
                    <a:pt x="1245" y="21"/>
                    <a:pt x="1203" y="63"/>
                  </a:cubicBezTo>
                  <a:lnTo>
                    <a:pt x="584" y="682"/>
                  </a:lnTo>
                  <a:lnTo>
                    <a:pt x="322" y="432"/>
                  </a:lnTo>
                  <a:cubicBezTo>
                    <a:pt x="286" y="396"/>
                    <a:pt x="242" y="378"/>
                    <a:pt x="197" y="378"/>
                  </a:cubicBezTo>
                  <a:cubicBezTo>
                    <a:pt x="152" y="378"/>
                    <a:pt x="108" y="396"/>
                    <a:pt x="72" y="432"/>
                  </a:cubicBezTo>
                  <a:cubicBezTo>
                    <a:pt x="1" y="503"/>
                    <a:pt x="1" y="610"/>
                    <a:pt x="72" y="682"/>
                  </a:cubicBezTo>
                  <a:lnTo>
                    <a:pt x="441" y="1051"/>
                  </a:lnTo>
                  <a:cubicBezTo>
                    <a:pt x="477" y="1087"/>
                    <a:pt x="524" y="1098"/>
                    <a:pt x="560" y="1098"/>
                  </a:cubicBezTo>
                  <a:cubicBezTo>
                    <a:pt x="608" y="1098"/>
                    <a:pt x="655" y="1087"/>
                    <a:pt x="679" y="1051"/>
                  </a:cubicBezTo>
                  <a:lnTo>
                    <a:pt x="1441" y="301"/>
                  </a:lnTo>
                  <a:cubicBezTo>
                    <a:pt x="1536" y="241"/>
                    <a:pt x="1536" y="134"/>
                    <a:pt x="1465" y="63"/>
                  </a:cubicBezTo>
                  <a:cubicBezTo>
                    <a:pt x="1423" y="21"/>
                    <a:pt x="1379" y="0"/>
                    <a:pt x="1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6123629" y="1786627"/>
              <a:ext cx="48891" cy="34695"/>
            </a:xfrm>
            <a:custGeom>
              <a:rect b="b" l="l" r="r" t="t"/>
              <a:pathLst>
                <a:path extrusionOk="0" h="1090" w="1536">
                  <a:moveTo>
                    <a:pt x="1340" y="0"/>
                  </a:moveTo>
                  <a:cubicBezTo>
                    <a:pt x="1295" y="0"/>
                    <a:pt x="1250" y="18"/>
                    <a:pt x="1215" y="54"/>
                  </a:cubicBezTo>
                  <a:lnTo>
                    <a:pt x="583" y="673"/>
                  </a:lnTo>
                  <a:lnTo>
                    <a:pt x="333" y="423"/>
                  </a:lnTo>
                  <a:cubicBezTo>
                    <a:pt x="298" y="387"/>
                    <a:pt x="253" y="369"/>
                    <a:pt x="208" y="369"/>
                  </a:cubicBezTo>
                  <a:cubicBezTo>
                    <a:pt x="164" y="369"/>
                    <a:pt x="119" y="387"/>
                    <a:pt x="83" y="423"/>
                  </a:cubicBezTo>
                  <a:cubicBezTo>
                    <a:pt x="0" y="494"/>
                    <a:pt x="0" y="601"/>
                    <a:pt x="83" y="673"/>
                  </a:cubicBezTo>
                  <a:lnTo>
                    <a:pt x="453" y="1042"/>
                  </a:lnTo>
                  <a:cubicBezTo>
                    <a:pt x="476" y="1078"/>
                    <a:pt x="524" y="1090"/>
                    <a:pt x="572" y="1090"/>
                  </a:cubicBezTo>
                  <a:cubicBezTo>
                    <a:pt x="619" y="1090"/>
                    <a:pt x="655" y="1078"/>
                    <a:pt x="691" y="1042"/>
                  </a:cubicBezTo>
                  <a:lnTo>
                    <a:pt x="1453" y="292"/>
                  </a:lnTo>
                  <a:cubicBezTo>
                    <a:pt x="1536" y="232"/>
                    <a:pt x="1536" y="125"/>
                    <a:pt x="1465" y="54"/>
                  </a:cubicBezTo>
                  <a:cubicBezTo>
                    <a:pt x="1429" y="18"/>
                    <a:pt x="1384" y="0"/>
                    <a:pt x="13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6291500" y="1642978"/>
              <a:ext cx="48923" cy="34727"/>
            </a:xfrm>
            <a:custGeom>
              <a:rect b="b" l="l" r="r" t="t"/>
              <a:pathLst>
                <a:path extrusionOk="0" h="1091" w="1537">
                  <a:moveTo>
                    <a:pt x="1334" y="1"/>
                  </a:moveTo>
                  <a:cubicBezTo>
                    <a:pt x="1289" y="1"/>
                    <a:pt x="1245" y="19"/>
                    <a:pt x="1203" y="54"/>
                  </a:cubicBezTo>
                  <a:lnTo>
                    <a:pt x="584" y="673"/>
                  </a:lnTo>
                  <a:lnTo>
                    <a:pt x="322" y="423"/>
                  </a:lnTo>
                  <a:cubicBezTo>
                    <a:pt x="286" y="388"/>
                    <a:pt x="242" y="370"/>
                    <a:pt x="197" y="370"/>
                  </a:cubicBezTo>
                  <a:cubicBezTo>
                    <a:pt x="152" y="370"/>
                    <a:pt x="108" y="388"/>
                    <a:pt x="72" y="423"/>
                  </a:cubicBezTo>
                  <a:cubicBezTo>
                    <a:pt x="1" y="495"/>
                    <a:pt x="1" y="602"/>
                    <a:pt x="72" y="673"/>
                  </a:cubicBezTo>
                  <a:lnTo>
                    <a:pt x="441" y="1054"/>
                  </a:lnTo>
                  <a:cubicBezTo>
                    <a:pt x="477" y="1078"/>
                    <a:pt x="524" y="1090"/>
                    <a:pt x="560" y="1090"/>
                  </a:cubicBezTo>
                  <a:cubicBezTo>
                    <a:pt x="608" y="1090"/>
                    <a:pt x="655" y="1078"/>
                    <a:pt x="679" y="1054"/>
                  </a:cubicBezTo>
                  <a:lnTo>
                    <a:pt x="1441" y="292"/>
                  </a:lnTo>
                  <a:cubicBezTo>
                    <a:pt x="1536" y="233"/>
                    <a:pt x="1536" y="114"/>
                    <a:pt x="1465" y="54"/>
                  </a:cubicBezTo>
                  <a:cubicBezTo>
                    <a:pt x="1423" y="19"/>
                    <a:pt x="1379" y="1"/>
                    <a:pt x="1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37"/>
          <p:cNvGrpSpPr/>
          <p:nvPr/>
        </p:nvGrpSpPr>
        <p:grpSpPr>
          <a:xfrm>
            <a:off x="4406944" y="1339117"/>
            <a:ext cx="350166" cy="350198"/>
            <a:chOff x="1308631" y="1507830"/>
            <a:chExt cx="350166" cy="350198"/>
          </a:xfrm>
        </p:grpSpPr>
        <p:sp>
          <p:nvSpPr>
            <p:cNvPr id="296" name="Google Shape;296;p37"/>
            <p:cNvSpPr/>
            <p:nvPr/>
          </p:nvSpPr>
          <p:spPr>
            <a:xfrm>
              <a:off x="1308631" y="1507830"/>
              <a:ext cx="350166" cy="350198"/>
            </a:xfrm>
            <a:custGeom>
              <a:rect b="b" l="l" r="r" t="t"/>
              <a:pathLst>
                <a:path extrusionOk="0" h="11003" w="11002">
                  <a:moveTo>
                    <a:pt x="6192" y="310"/>
                  </a:moveTo>
                  <a:cubicBezTo>
                    <a:pt x="6192" y="310"/>
                    <a:pt x="6204" y="310"/>
                    <a:pt x="6204" y="334"/>
                  </a:cubicBezTo>
                  <a:lnTo>
                    <a:pt x="6204" y="787"/>
                  </a:lnTo>
                  <a:cubicBezTo>
                    <a:pt x="6204" y="953"/>
                    <a:pt x="6311" y="1084"/>
                    <a:pt x="6477" y="1120"/>
                  </a:cubicBezTo>
                  <a:cubicBezTo>
                    <a:pt x="6989" y="1239"/>
                    <a:pt x="7489" y="1429"/>
                    <a:pt x="7930" y="1715"/>
                  </a:cubicBezTo>
                  <a:cubicBezTo>
                    <a:pt x="7986" y="1751"/>
                    <a:pt x="8048" y="1769"/>
                    <a:pt x="8110" y="1769"/>
                  </a:cubicBezTo>
                  <a:cubicBezTo>
                    <a:pt x="8194" y="1769"/>
                    <a:pt x="8278" y="1736"/>
                    <a:pt x="8347" y="1668"/>
                  </a:cubicBezTo>
                  <a:lnTo>
                    <a:pt x="8680" y="1346"/>
                  </a:lnTo>
                  <a:lnTo>
                    <a:pt x="8692" y="1346"/>
                  </a:lnTo>
                  <a:lnTo>
                    <a:pt x="9656" y="2311"/>
                  </a:lnTo>
                  <a:lnTo>
                    <a:pt x="9656" y="2322"/>
                  </a:lnTo>
                  <a:lnTo>
                    <a:pt x="9335" y="2656"/>
                  </a:lnTo>
                  <a:cubicBezTo>
                    <a:pt x="9228" y="2751"/>
                    <a:pt x="9192" y="2930"/>
                    <a:pt x="9287" y="3073"/>
                  </a:cubicBezTo>
                  <a:cubicBezTo>
                    <a:pt x="9573" y="3513"/>
                    <a:pt x="9775" y="4001"/>
                    <a:pt x="9883" y="4525"/>
                  </a:cubicBezTo>
                  <a:cubicBezTo>
                    <a:pt x="9906" y="4680"/>
                    <a:pt x="10049" y="4799"/>
                    <a:pt x="10204" y="4799"/>
                  </a:cubicBezTo>
                  <a:lnTo>
                    <a:pt x="10668" y="4799"/>
                  </a:lnTo>
                  <a:cubicBezTo>
                    <a:pt x="10668" y="4799"/>
                    <a:pt x="10680" y="4799"/>
                    <a:pt x="10680" y="4811"/>
                  </a:cubicBezTo>
                  <a:lnTo>
                    <a:pt x="10657" y="6216"/>
                  </a:lnTo>
                  <a:lnTo>
                    <a:pt x="10192" y="6216"/>
                  </a:lnTo>
                  <a:cubicBezTo>
                    <a:pt x="10026" y="6216"/>
                    <a:pt x="9895" y="6311"/>
                    <a:pt x="9871" y="6478"/>
                  </a:cubicBezTo>
                  <a:cubicBezTo>
                    <a:pt x="9752" y="7002"/>
                    <a:pt x="9549" y="7490"/>
                    <a:pt x="9275" y="7942"/>
                  </a:cubicBezTo>
                  <a:cubicBezTo>
                    <a:pt x="9180" y="8073"/>
                    <a:pt x="9192" y="8240"/>
                    <a:pt x="9311" y="8359"/>
                  </a:cubicBezTo>
                  <a:lnTo>
                    <a:pt x="9645" y="8680"/>
                  </a:lnTo>
                  <a:lnTo>
                    <a:pt x="9645" y="8692"/>
                  </a:lnTo>
                  <a:lnTo>
                    <a:pt x="8680" y="9669"/>
                  </a:lnTo>
                  <a:lnTo>
                    <a:pt x="8656" y="9669"/>
                  </a:lnTo>
                  <a:lnTo>
                    <a:pt x="8335" y="9335"/>
                  </a:lnTo>
                  <a:cubicBezTo>
                    <a:pt x="8271" y="9272"/>
                    <a:pt x="8183" y="9237"/>
                    <a:pt x="8094" y="9237"/>
                  </a:cubicBezTo>
                  <a:cubicBezTo>
                    <a:pt x="8033" y="9237"/>
                    <a:pt x="7971" y="9254"/>
                    <a:pt x="7918" y="9288"/>
                  </a:cubicBezTo>
                  <a:cubicBezTo>
                    <a:pt x="7466" y="9573"/>
                    <a:pt x="6978" y="9788"/>
                    <a:pt x="6454" y="9883"/>
                  </a:cubicBezTo>
                  <a:cubicBezTo>
                    <a:pt x="6311" y="9919"/>
                    <a:pt x="6192" y="10050"/>
                    <a:pt x="6192" y="10216"/>
                  </a:cubicBezTo>
                  <a:lnTo>
                    <a:pt x="6192" y="10681"/>
                  </a:lnTo>
                  <a:cubicBezTo>
                    <a:pt x="6192" y="10681"/>
                    <a:pt x="6192" y="10693"/>
                    <a:pt x="6168" y="10693"/>
                  </a:cubicBezTo>
                  <a:lnTo>
                    <a:pt x="4811" y="10693"/>
                  </a:lnTo>
                  <a:cubicBezTo>
                    <a:pt x="4811" y="10693"/>
                    <a:pt x="4787" y="10693"/>
                    <a:pt x="4787" y="10681"/>
                  </a:cubicBezTo>
                  <a:lnTo>
                    <a:pt x="4787" y="10216"/>
                  </a:lnTo>
                  <a:cubicBezTo>
                    <a:pt x="4787" y="10050"/>
                    <a:pt x="4692" y="9919"/>
                    <a:pt x="4525" y="9883"/>
                  </a:cubicBezTo>
                  <a:cubicBezTo>
                    <a:pt x="4001" y="9764"/>
                    <a:pt x="3513" y="9573"/>
                    <a:pt x="3060" y="9288"/>
                  </a:cubicBezTo>
                  <a:cubicBezTo>
                    <a:pt x="3001" y="9264"/>
                    <a:pt x="2941" y="9228"/>
                    <a:pt x="2882" y="9228"/>
                  </a:cubicBezTo>
                  <a:cubicBezTo>
                    <a:pt x="2798" y="9228"/>
                    <a:pt x="2715" y="9264"/>
                    <a:pt x="2644" y="9335"/>
                  </a:cubicBezTo>
                  <a:lnTo>
                    <a:pt x="2322" y="9669"/>
                  </a:lnTo>
                  <a:lnTo>
                    <a:pt x="2298" y="9669"/>
                  </a:lnTo>
                  <a:lnTo>
                    <a:pt x="1334" y="8692"/>
                  </a:lnTo>
                  <a:lnTo>
                    <a:pt x="1334" y="8680"/>
                  </a:lnTo>
                  <a:lnTo>
                    <a:pt x="1667" y="8359"/>
                  </a:lnTo>
                  <a:cubicBezTo>
                    <a:pt x="1763" y="8252"/>
                    <a:pt x="1798" y="8073"/>
                    <a:pt x="1703" y="7942"/>
                  </a:cubicBezTo>
                  <a:cubicBezTo>
                    <a:pt x="1429" y="7490"/>
                    <a:pt x="1215" y="7002"/>
                    <a:pt x="1108" y="6478"/>
                  </a:cubicBezTo>
                  <a:cubicBezTo>
                    <a:pt x="1084" y="6335"/>
                    <a:pt x="953" y="6216"/>
                    <a:pt x="786" y="6216"/>
                  </a:cubicBezTo>
                  <a:lnTo>
                    <a:pt x="322" y="6216"/>
                  </a:lnTo>
                  <a:cubicBezTo>
                    <a:pt x="322" y="6216"/>
                    <a:pt x="310" y="6216"/>
                    <a:pt x="310" y="6192"/>
                  </a:cubicBezTo>
                  <a:lnTo>
                    <a:pt x="310" y="4811"/>
                  </a:lnTo>
                  <a:cubicBezTo>
                    <a:pt x="310" y="4811"/>
                    <a:pt x="310" y="4799"/>
                    <a:pt x="322" y="4799"/>
                  </a:cubicBezTo>
                  <a:lnTo>
                    <a:pt x="786" y="4799"/>
                  </a:lnTo>
                  <a:cubicBezTo>
                    <a:pt x="953" y="4799"/>
                    <a:pt x="1084" y="4692"/>
                    <a:pt x="1108" y="4525"/>
                  </a:cubicBezTo>
                  <a:cubicBezTo>
                    <a:pt x="1227" y="4001"/>
                    <a:pt x="1429" y="3513"/>
                    <a:pt x="1703" y="3073"/>
                  </a:cubicBezTo>
                  <a:cubicBezTo>
                    <a:pt x="1798" y="2930"/>
                    <a:pt x="1786" y="2775"/>
                    <a:pt x="1667" y="2656"/>
                  </a:cubicBezTo>
                  <a:lnTo>
                    <a:pt x="1334" y="2322"/>
                  </a:lnTo>
                  <a:lnTo>
                    <a:pt x="1334" y="2311"/>
                  </a:lnTo>
                  <a:lnTo>
                    <a:pt x="2298" y="1346"/>
                  </a:lnTo>
                  <a:lnTo>
                    <a:pt x="2322" y="1346"/>
                  </a:lnTo>
                  <a:lnTo>
                    <a:pt x="2644" y="1668"/>
                  </a:lnTo>
                  <a:cubicBezTo>
                    <a:pt x="2707" y="1731"/>
                    <a:pt x="2796" y="1765"/>
                    <a:pt x="2885" y="1765"/>
                  </a:cubicBezTo>
                  <a:cubicBezTo>
                    <a:pt x="2946" y="1765"/>
                    <a:pt x="3007" y="1749"/>
                    <a:pt x="3060" y="1715"/>
                  </a:cubicBezTo>
                  <a:cubicBezTo>
                    <a:pt x="3513" y="1429"/>
                    <a:pt x="4001" y="1227"/>
                    <a:pt x="4525" y="1120"/>
                  </a:cubicBezTo>
                  <a:cubicBezTo>
                    <a:pt x="4668" y="1084"/>
                    <a:pt x="4787" y="953"/>
                    <a:pt x="4787" y="787"/>
                  </a:cubicBezTo>
                  <a:lnTo>
                    <a:pt x="4787" y="334"/>
                  </a:lnTo>
                  <a:cubicBezTo>
                    <a:pt x="4787" y="334"/>
                    <a:pt x="4787" y="310"/>
                    <a:pt x="4811" y="310"/>
                  </a:cubicBezTo>
                  <a:close/>
                  <a:moveTo>
                    <a:pt x="4811" y="1"/>
                  </a:moveTo>
                  <a:cubicBezTo>
                    <a:pt x="4632" y="1"/>
                    <a:pt x="4477" y="156"/>
                    <a:pt x="4477" y="334"/>
                  </a:cubicBezTo>
                  <a:lnTo>
                    <a:pt x="4477" y="798"/>
                  </a:lnTo>
                  <a:cubicBezTo>
                    <a:pt x="4477" y="798"/>
                    <a:pt x="4477" y="810"/>
                    <a:pt x="4465" y="810"/>
                  </a:cubicBezTo>
                  <a:cubicBezTo>
                    <a:pt x="3918" y="929"/>
                    <a:pt x="3370" y="1156"/>
                    <a:pt x="2906" y="1453"/>
                  </a:cubicBezTo>
                  <a:lnTo>
                    <a:pt x="2882" y="1453"/>
                  </a:lnTo>
                  <a:lnTo>
                    <a:pt x="2560" y="1120"/>
                  </a:lnTo>
                  <a:cubicBezTo>
                    <a:pt x="2495" y="1054"/>
                    <a:pt x="2408" y="1022"/>
                    <a:pt x="2322" y="1022"/>
                  </a:cubicBezTo>
                  <a:cubicBezTo>
                    <a:pt x="2236" y="1022"/>
                    <a:pt x="2150" y="1054"/>
                    <a:pt x="2084" y="1120"/>
                  </a:cubicBezTo>
                  <a:lnTo>
                    <a:pt x="1120" y="2084"/>
                  </a:lnTo>
                  <a:cubicBezTo>
                    <a:pt x="977" y="2215"/>
                    <a:pt x="977" y="2430"/>
                    <a:pt x="1120" y="2561"/>
                  </a:cubicBezTo>
                  <a:lnTo>
                    <a:pt x="1441" y="2894"/>
                  </a:lnTo>
                  <a:lnTo>
                    <a:pt x="1441" y="2906"/>
                  </a:lnTo>
                  <a:cubicBezTo>
                    <a:pt x="1132" y="3382"/>
                    <a:pt x="917" y="3906"/>
                    <a:pt x="798" y="4466"/>
                  </a:cubicBezTo>
                  <a:cubicBezTo>
                    <a:pt x="798" y="4466"/>
                    <a:pt x="798" y="4489"/>
                    <a:pt x="786" y="4489"/>
                  </a:cubicBezTo>
                  <a:lnTo>
                    <a:pt x="322" y="4489"/>
                  </a:lnTo>
                  <a:cubicBezTo>
                    <a:pt x="143" y="4489"/>
                    <a:pt x="0" y="4632"/>
                    <a:pt x="0" y="4811"/>
                  </a:cubicBezTo>
                  <a:lnTo>
                    <a:pt x="0" y="6192"/>
                  </a:lnTo>
                  <a:cubicBezTo>
                    <a:pt x="0" y="6371"/>
                    <a:pt x="143" y="6525"/>
                    <a:pt x="322" y="6525"/>
                  </a:cubicBezTo>
                  <a:lnTo>
                    <a:pt x="786" y="6525"/>
                  </a:lnTo>
                  <a:cubicBezTo>
                    <a:pt x="786" y="6525"/>
                    <a:pt x="798" y="6525"/>
                    <a:pt x="798" y="6537"/>
                  </a:cubicBezTo>
                  <a:cubicBezTo>
                    <a:pt x="917" y="7085"/>
                    <a:pt x="1143" y="7621"/>
                    <a:pt x="1441" y="8097"/>
                  </a:cubicBezTo>
                  <a:lnTo>
                    <a:pt x="1441" y="8121"/>
                  </a:lnTo>
                  <a:lnTo>
                    <a:pt x="1120" y="8442"/>
                  </a:lnTo>
                  <a:cubicBezTo>
                    <a:pt x="977" y="8573"/>
                    <a:pt x="977" y="8788"/>
                    <a:pt x="1120" y="8918"/>
                  </a:cubicBezTo>
                  <a:lnTo>
                    <a:pt x="2084" y="9883"/>
                  </a:lnTo>
                  <a:cubicBezTo>
                    <a:pt x="2150" y="9954"/>
                    <a:pt x="2236" y="9990"/>
                    <a:pt x="2322" y="9990"/>
                  </a:cubicBezTo>
                  <a:cubicBezTo>
                    <a:pt x="2408" y="9990"/>
                    <a:pt x="2495" y="9954"/>
                    <a:pt x="2560" y="9883"/>
                  </a:cubicBezTo>
                  <a:lnTo>
                    <a:pt x="2882" y="9561"/>
                  </a:lnTo>
                  <a:lnTo>
                    <a:pt x="2906" y="9561"/>
                  </a:lnTo>
                  <a:cubicBezTo>
                    <a:pt x="3370" y="9871"/>
                    <a:pt x="3894" y="10085"/>
                    <a:pt x="4465" y="10204"/>
                  </a:cubicBezTo>
                  <a:cubicBezTo>
                    <a:pt x="4465" y="10204"/>
                    <a:pt x="4477" y="10204"/>
                    <a:pt x="4477" y="10216"/>
                  </a:cubicBezTo>
                  <a:lnTo>
                    <a:pt x="4477" y="10681"/>
                  </a:lnTo>
                  <a:cubicBezTo>
                    <a:pt x="4477" y="10859"/>
                    <a:pt x="4632" y="11002"/>
                    <a:pt x="4811" y="11002"/>
                  </a:cubicBezTo>
                  <a:lnTo>
                    <a:pt x="6192" y="11002"/>
                  </a:lnTo>
                  <a:cubicBezTo>
                    <a:pt x="6370" y="11002"/>
                    <a:pt x="6513" y="10859"/>
                    <a:pt x="6513" y="10681"/>
                  </a:cubicBezTo>
                  <a:lnTo>
                    <a:pt x="6513" y="10216"/>
                  </a:lnTo>
                  <a:cubicBezTo>
                    <a:pt x="6513" y="10216"/>
                    <a:pt x="6513" y="10204"/>
                    <a:pt x="6537" y="10204"/>
                  </a:cubicBezTo>
                  <a:cubicBezTo>
                    <a:pt x="7085" y="10085"/>
                    <a:pt x="7620" y="9859"/>
                    <a:pt x="8097" y="9561"/>
                  </a:cubicBezTo>
                  <a:lnTo>
                    <a:pt x="8109" y="9561"/>
                  </a:lnTo>
                  <a:lnTo>
                    <a:pt x="8442" y="9883"/>
                  </a:lnTo>
                  <a:cubicBezTo>
                    <a:pt x="8507" y="9954"/>
                    <a:pt x="8591" y="9990"/>
                    <a:pt x="8676" y="9990"/>
                  </a:cubicBezTo>
                  <a:cubicBezTo>
                    <a:pt x="8760" y="9990"/>
                    <a:pt x="8847" y="9954"/>
                    <a:pt x="8918" y="9883"/>
                  </a:cubicBezTo>
                  <a:lnTo>
                    <a:pt x="9883" y="8918"/>
                  </a:lnTo>
                  <a:cubicBezTo>
                    <a:pt x="10014" y="8788"/>
                    <a:pt x="10014" y="8573"/>
                    <a:pt x="9883" y="8442"/>
                  </a:cubicBezTo>
                  <a:lnTo>
                    <a:pt x="9549" y="8121"/>
                  </a:lnTo>
                  <a:lnTo>
                    <a:pt x="9549" y="8097"/>
                  </a:lnTo>
                  <a:cubicBezTo>
                    <a:pt x="9871" y="7621"/>
                    <a:pt x="10073" y="7109"/>
                    <a:pt x="10192" y="6537"/>
                  </a:cubicBezTo>
                  <a:cubicBezTo>
                    <a:pt x="10192" y="6537"/>
                    <a:pt x="10192" y="6525"/>
                    <a:pt x="10204" y="6525"/>
                  </a:cubicBezTo>
                  <a:lnTo>
                    <a:pt x="10668" y="6525"/>
                  </a:lnTo>
                  <a:cubicBezTo>
                    <a:pt x="10847" y="6525"/>
                    <a:pt x="11002" y="6371"/>
                    <a:pt x="11002" y="6192"/>
                  </a:cubicBezTo>
                  <a:lnTo>
                    <a:pt x="11002" y="4811"/>
                  </a:lnTo>
                  <a:cubicBezTo>
                    <a:pt x="10978" y="4632"/>
                    <a:pt x="10835" y="4489"/>
                    <a:pt x="10657" y="4489"/>
                  </a:cubicBezTo>
                  <a:lnTo>
                    <a:pt x="10192" y="4489"/>
                  </a:lnTo>
                  <a:cubicBezTo>
                    <a:pt x="10192" y="4489"/>
                    <a:pt x="10180" y="4489"/>
                    <a:pt x="10180" y="4466"/>
                  </a:cubicBezTo>
                  <a:cubicBezTo>
                    <a:pt x="10061" y="3918"/>
                    <a:pt x="9835" y="3382"/>
                    <a:pt x="9537" y="2906"/>
                  </a:cubicBezTo>
                  <a:lnTo>
                    <a:pt x="9537" y="2894"/>
                  </a:lnTo>
                  <a:lnTo>
                    <a:pt x="9859" y="2561"/>
                  </a:lnTo>
                  <a:cubicBezTo>
                    <a:pt x="10002" y="2430"/>
                    <a:pt x="10002" y="2215"/>
                    <a:pt x="9859" y="2084"/>
                  </a:cubicBezTo>
                  <a:lnTo>
                    <a:pt x="8894" y="1120"/>
                  </a:lnTo>
                  <a:cubicBezTo>
                    <a:pt x="8829" y="1054"/>
                    <a:pt x="8743" y="1022"/>
                    <a:pt x="8656" y="1022"/>
                  </a:cubicBezTo>
                  <a:cubicBezTo>
                    <a:pt x="8570" y="1022"/>
                    <a:pt x="8484" y="1054"/>
                    <a:pt x="8418" y="1120"/>
                  </a:cubicBezTo>
                  <a:lnTo>
                    <a:pt x="8097" y="1453"/>
                  </a:lnTo>
                  <a:lnTo>
                    <a:pt x="8073" y="1453"/>
                  </a:lnTo>
                  <a:cubicBezTo>
                    <a:pt x="7597" y="1132"/>
                    <a:pt x="7085" y="929"/>
                    <a:pt x="6513" y="810"/>
                  </a:cubicBezTo>
                  <a:cubicBezTo>
                    <a:pt x="6513" y="810"/>
                    <a:pt x="6501" y="810"/>
                    <a:pt x="6501" y="798"/>
                  </a:cubicBezTo>
                  <a:lnTo>
                    <a:pt x="6501" y="334"/>
                  </a:lnTo>
                  <a:cubicBezTo>
                    <a:pt x="6501" y="156"/>
                    <a:pt x="6346" y="1"/>
                    <a:pt x="616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1373049" y="1574063"/>
              <a:ext cx="181544" cy="179730"/>
            </a:xfrm>
            <a:custGeom>
              <a:rect b="b" l="l" r="r" t="t"/>
              <a:pathLst>
                <a:path extrusionOk="0" h="5647" w="5704">
                  <a:moveTo>
                    <a:pt x="3449" y="0"/>
                  </a:moveTo>
                  <a:cubicBezTo>
                    <a:pt x="3399" y="0"/>
                    <a:pt x="3349" y="1"/>
                    <a:pt x="3299" y="3"/>
                  </a:cubicBezTo>
                  <a:cubicBezTo>
                    <a:pt x="2453" y="51"/>
                    <a:pt x="1644" y="408"/>
                    <a:pt x="1036" y="1003"/>
                  </a:cubicBezTo>
                  <a:cubicBezTo>
                    <a:pt x="429" y="1611"/>
                    <a:pt x="84" y="2396"/>
                    <a:pt x="48" y="3266"/>
                  </a:cubicBezTo>
                  <a:cubicBezTo>
                    <a:pt x="1" y="4111"/>
                    <a:pt x="262" y="4933"/>
                    <a:pt x="798" y="5587"/>
                  </a:cubicBezTo>
                  <a:cubicBezTo>
                    <a:pt x="834" y="5635"/>
                    <a:pt x="882" y="5647"/>
                    <a:pt x="917" y="5647"/>
                  </a:cubicBezTo>
                  <a:cubicBezTo>
                    <a:pt x="953" y="5647"/>
                    <a:pt x="1001" y="5635"/>
                    <a:pt x="1024" y="5623"/>
                  </a:cubicBezTo>
                  <a:cubicBezTo>
                    <a:pt x="1096" y="5564"/>
                    <a:pt x="1096" y="5456"/>
                    <a:pt x="1060" y="5397"/>
                  </a:cubicBezTo>
                  <a:cubicBezTo>
                    <a:pt x="584" y="4802"/>
                    <a:pt x="322" y="4051"/>
                    <a:pt x="370" y="3278"/>
                  </a:cubicBezTo>
                  <a:cubicBezTo>
                    <a:pt x="417" y="2504"/>
                    <a:pt x="727" y="1777"/>
                    <a:pt x="1274" y="1242"/>
                  </a:cubicBezTo>
                  <a:cubicBezTo>
                    <a:pt x="1834" y="694"/>
                    <a:pt x="2560" y="384"/>
                    <a:pt x="3322" y="337"/>
                  </a:cubicBezTo>
                  <a:cubicBezTo>
                    <a:pt x="3385" y="333"/>
                    <a:pt x="3447" y="331"/>
                    <a:pt x="3509" y="331"/>
                  </a:cubicBezTo>
                  <a:cubicBezTo>
                    <a:pt x="4215" y="331"/>
                    <a:pt x="4883" y="578"/>
                    <a:pt x="5430" y="1015"/>
                  </a:cubicBezTo>
                  <a:cubicBezTo>
                    <a:pt x="5461" y="1041"/>
                    <a:pt x="5496" y="1053"/>
                    <a:pt x="5531" y="1053"/>
                  </a:cubicBezTo>
                  <a:cubicBezTo>
                    <a:pt x="5577" y="1053"/>
                    <a:pt x="5622" y="1032"/>
                    <a:pt x="5656" y="992"/>
                  </a:cubicBezTo>
                  <a:cubicBezTo>
                    <a:pt x="5704" y="920"/>
                    <a:pt x="5680" y="813"/>
                    <a:pt x="5620" y="765"/>
                  </a:cubicBezTo>
                  <a:cubicBezTo>
                    <a:pt x="5005" y="262"/>
                    <a:pt x="4232" y="0"/>
                    <a:pt x="34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7"/>
            <p:cNvSpPr/>
            <p:nvPr/>
          </p:nvSpPr>
          <p:spPr>
            <a:xfrm>
              <a:off x="1411338" y="1606368"/>
              <a:ext cx="182276" cy="186477"/>
            </a:xfrm>
            <a:custGeom>
              <a:rect b="b" l="l" r="r" t="t"/>
              <a:pathLst>
                <a:path extrusionOk="0" h="5859" w="5727">
                  <a:moveTo>
                    <a:pt x="3286" y="334"/>
                  </a:moveTo>
                  <a:lnTo>
                    <a:pt x="3286" y="1000"/>
                  </a:lnTo>
                  <a:cubicBezTo>
                    <a:pt x="3286" y="1108"/>
                    <a:pt x="3262" y="1227"/>
                    <a:pt x="3215" y="1310"/>
                  </a:cubicBezTo>
                  <a:lnTo>
                    <a:pt x="3143" y="1477"/>
                  </a:lnTo>
                  <a:cubicBezTo>
                    <a:pt x="3119" y="1501"/>
                    <a:pt x="3119" y="1524"/>
                    <a:pt x="3119" y="1548"/>
                  </a:cubicBezTo>
                  <a:lnTo>
                    <a:pt x="3119" y="1893"/>
                  </a:lnTo>
                  <a:cubicBezTo>
                    <a:pt x="3119" y="2132"/>
                    <a:pt x="3036" y="2358"/>
                    <a:pt x="2858" y="2524"/>
                  </a:cubicBezTo>
                  <a:cubicBezTo>
                    <a:pt x="2691" y="2679"/>
                    <a:pt x="2453" y="2775"/>
                    <a:pt x="2215" y="2775"/>
                  </a:cubicBezTo>
                  <a:cubicBezTo>
                    <a:pt x="1774" y="2763"/>
                    <a:pt x="1381" y="2346"/>
                    <a:pt x="1381" y="1846"/>
                  </a:cubicBezTo>
                  <a:lnTo>
                    <a:pt x="1381" y="1548"/>
                  </a:lnTo>
                  <a:cubicBezTo>
                    <a:pt x="1381" y="1524"/>
                    <a:pt x="1381" y="1501"/>
                    <a:pt x="1369" y="1477"/>
                  </a:cubicBezTo>
                  <a:lnTo>
                    <a:pt x="1262" y="1286"/>
                  </a:lnTo>
                  <a:cubicBezTo>
                    <a:pt x="1238" y="1203"/>
                    <a:pt x="1203" y="1131"/>
                    <a:pt x="1203" y="1048"/>
                  </a:cubicBezTo>
                  <a:lnTo>
                    <a:pt x="1203" y="1024"/>
                  </a:lnTo>
                  <a:cubicBezTo>
                    <a:pt x="1203" y="643"/>
                    <a:pt x="1524" y="334"/>
                    <a:pt x="1905" y="334"/>
                  </a:cubicBezTo>
                  <a:close/>
                  <a:moveTo>
                    <a:pt x="2608" y="3025"/>
                  </a:moveTo>
                  <a:cubicBezTo>
                    <a:pt x="2619" y="3084"/>
                    <a:pt x="2631" y="3132"/>
                    <a:pt x="2655" y="3179"/>
                  </a:cubicBezTo>
                  <a:lnTo>
                    <a:pt x="2512" y="3310"/>
                  </a:lnTo>
                  <a:cubicBezTo>
                    <a:pt x="2441" y="3382"/>
                    <a:pt x="2357" y="3417"/>
                    <a:pt x="2262" y="3417"/>
                  </a:cubicBezTo>
                  <a:cubicBezTo>
                    <a:pt x="2179" y="3417"/>
                    <a:pt x="2084" y="3382"/>
                    <a:pt x="2012" y="3310"/>
                  </a:cubicBezTo>
                  <a:lnTo>
                    <a:pt x="1881" y="3179"/>
                  </a:lnTo>
                  <a:cubicBezTo>
                    <a:pt x="1893" y="3132"/>
                    <a:pt x="1905" y="3084"/>
                    <a:pt x="1905" y="3025"/>
                  </a:cubicBezTo>
                  <a:cubicBezTo>
                    <a:pt x="2012" y="3060"/>
                    <a:pt x="2119" y="3084"/>
                    <a:pt x="2215" y="3084"/>
                  </a:cubicBezTo>
                  <a:lnTo>
                    <a:pt x="2250" y="3084"/>
                  </a:lnTo>
                  <a:cubicBezTo>
                    <a:pt x="2369" y="3084"/>
                    <a:pt x="2488" y="3072"/>
                    <a:pt x="2608" y="3025"/>
                  </a:cubicBezTo>
                  <a:close/>
                  <a:moveTo>
                    <a:pt x="2810" y="3441"/>
                  </a:moveTo>
                  <a:cubicBezTo>
                    <a:pt x="2858" y="3477"/>
                    <a:pt x="2905" y="3489"/>
                    <a:pt x="2941" y="3501"/>
                  </a:cubicBezTo>
                  <a:lnTo>
                    <a:pt x="3524" y="3667"/>
                  </a:lnTo>
                  <a:cubicBezTo>
                    <a:pt x="3679" y="3715"/>
                    <a:pt x="3774" y="3846"/>
                    <a:pt x="3774" y="4013"/>
                  </a:cubicBezTo>
                  <a:lnTo>
                    <a:pt x="3774" y="5108"/>
                  </a:lnTo>
                  <a:lnTo>
                    <a:pt x="3822" y="5108"/>
                  </a:lnTo>
                  <a:cubicBezTo>
                    <a:pt x="3703" y="5180"/>
                    <a:pt x="3584" y="5239"/>
                    <a:pt x="3453" y="5287"/>
                  </a:cubicBezTo>
                  <a:lnTo>
                    <a:pt x="3453" y="4310"/>
                  </a:lnTo>
                  <a:cubicBezTo>
                    <a:pt x="3453" y="4215"/>
                    <a:pt x="3381" y="4144"/>
                    <a:pt x="3286" y="4144"/>
                  </a:cubicBezTo>
                  <a:cubicBezTo>
                    <a:pt x="3203" y="4144"/>
                    <a:pt x="3119" y="4215"/>
                    <a:pt x="3119" y="4310"/>
                  </a:cubicBezTo>
                  <a:lnTo>
                    <a:pt x="3119" y="5394"/>
                  </a:lnTo>
                  <a:cubicBezTo>
                    <a:pt x="2881" y="5465"/>
                    <a:pt x="2655" y="5501"/>
                    <a:pt x="2405" y="5513"/>
                  </a:cubicBezTo>
                  <a:lnTo>
                    <a:pt x="2262" y="5513"/>
                  </a:lnTo>
                  <a:cubicBezTo>
                    <a:pt x="1965" y="5513"/>
                    <a:pt x="1667" y="5465"/>
                    <a:pt x="1381" y="5394"/>
                  </a:cubicBezTo>
                  <a:lnTo>
                    <a:pt x="1381" y="4310"/>
                  </a:lnTo>
                  <a:cubicBezTo>
                    <a:pt x="1381" y="4215"/>
                    <a:pt x="1310" y="4144"/>
                    <a:pt x="1214" y="4144"/>
                  </a:cubicBezTo>
                  <a:cubicBezTo>
                    <a:pt x="1131" y="4144"/>
                    <a:pt x="1060" y="4215"/>
                    <a:pt x="1060" y="4310"/>
                  </a:cubicBezTo>
                  <a:lnTo>
                    <a:pt x="1060" y="5287"/>
                  </a:lnTo>
                  <a:cubicBezTo>
                    <a:pt x="941" y="5227"/>
                    <a:pt x="798" y="5168"/>
                    <a:pt x="679" y="5108"/>
                  </a:cubicBezTo>
                  <a:lnTo>
                    <a:pt x="679" y="4013"/>
                  </a:lnTo>
                  <a:cubicBezTo>
                    <a:pt x="679" y="3846"/>
                    <a:pt x="786" y="3715"/>
                    <a:pt x="941" y="3667"/>
                  </a:cubicBezTo>
                  <a:lnTo>
                    <a:pt x="1512" y="3501"/>
                  </a:lnTo>
                  <a:cubicBezTo>
                    <a:pt x="1560" y="3489"/>
                    <a:pt x="1619" y="3477"/>
                    <a:pt x="1655" y="3441"/>
                  </a:cubicBezTo>
                  <a:lnTo>
                    <a:pt x="1750" y="3548"/>
                  </a:lnTo>
                  <a:cubicBezTo>
                    <a:pt x="1893" y="3679"/>
                    <a:pt x="2072" y="3739"/>
                    <a:pt x="2227" y="3739"/>
                  </a:cubicBezTo>
                  <a:cubicBezTo>
                    <a:pt x="2393" y="3739"/>
                    <a:pt x="2572" y="3679"/>
                    <a:pt x="2703" y="3548"/>
                  </a:cubicBezTo>
                  <a:lnTo>
                    <a:pt x="2810" y="3441"/>
                  </a:lnTo>
                  <a:close/>
                  <a:moveTo>
                    <a:pt x="1893" y="0"/>
                  </a:moveTo>
                  <a:cubicBezTo>
                    <a:pt x="1322" y="0"/>
                    <a:pt x="869" y="465"/>
                    <a:pt x="869" y="1024"/>
                  </a:cubicBezTo>
                  <a:lnTo>
                    <a:pt x="869" y="1048"/>
                  </a:lnTo>
                  <a:cubicBezTo>
                    <a:pt x="869" y="1179"/>
                    <a:pt x="893" y="1310"/>
                    <a:pt x="953" y="1429"/>
                  </a:cubicBezTo>
                  <a:lnTo>
                    <a:pt x="1048" y="1596"/>
                  </a:lnTo>
                  <a:lnTo>
                    <a:pt x="1048" y="1870"/>
                  </a:lnTo>
                  <a:cubicBezTo>
                    <a:pt x="1048" y="2286"/>
                    <a:pt x="1250" y="2655"/>
                    <a:pt x="1560" y="2882"/>
                  </a:cubicBezTo>
                  <a:lnTo>
                    <a:pt x="1560" y="3025"/>
                  </a:lnTo>
                  <a:cubicBezTo>
                    <a:pt x="1560" y="3096"/>
                    <a:pt x="1500" y="3179"/>
                    <a:pt x="1429" y="3203"/>
                  </a:cubicBezTo>
                  <a:lnTo>
                    <a:pt x="845" y="3370"/>
                  </a:lnTo>
                  <a:cubicBezTo>
                    <a:pt x="572" y="3453"/>
                    <a:pt x="357" y="3727"/>
                    <a:pt x="357" y="4025"/>
                  </a:cubicBezTo>
                  <a:lnTo>
                    <a:pt x="357" y="4906"/>
                  </a:lnTo>
                  <a:cubicBezTo>
                    <a:pt x="333" y="4882"/>
                    <a:pt x="310" y="4858"/>
                    <a:pt x="286" y="4846"/>
                  </a:cubicBezTo>
                  <a:cubicBezTo>
                    <a:pt x="255" y="4820"/>
                    <a:pt x="220" y="4808"/>
                    <a:pt x="185" y="4808"/>
                  </a:cubicBezTo>
                  <a:cubicBezTo>
                    <a:pt x="139" y="4808"/>
                    <a:pt x="93" y="4829"/>
                    <a:pt x="60" y="4870"/>
                  </a:cubicBezTo>
                  <a:cubicBezTo>
                    <a:pt x="0" y="4941"/>
                    <a:pt x="12" y="5037"/>
                    <a:pt x="95" y="5096"/>
                  </a:cubicBezTo>
                  <a:cubicBezTo>
                    <a:pt x="703" y="5584"/>
                    <a:pt x="1465" y="5858"/>
                    <a:pt x="2250" y="5858"/>
                  </a:cubicBezTo>
                  <a:lnTo>
                    <a:pt x="2417" y="5858"/>
                  </a:lnTo>
                  <a:cubicBezTo>
                    <a:pt x="3262" y="5811"/>
                    <a:pt x="4060" y="5453"/>
                    <a:pt x="4679" y="4858"/>
                  </a:cubicBezTo>
                  <a:cubicBezTo>
                    <a:pt x="5286" y="4251"/>
                    <a:pt x="5632" y="3453"/>
                    <a:pt x="5667" y="2596"/>
                  </a:cubicBezTo>
                  <a:cubicBezTo>
                    <a:pt x="5727" y="1727"/>
                    <a:pt x="5465" y="905"/>
                    <a:pt x="4929" y="262"/>
                  </a:cubicBezTo>
                  <a:cubicBezTo>
                    <a:pt x="4895" y="215"/>
                    <a:pt x="4846" y="194"/>
                    <a:pt x="4799" y="194"/>
                  </a:cubicBezTo>
                  <a:cubicBezTo>
                    <a:pt x="4763" y="194"/>
                    <a:pt x="4729" y="206"/>
                    <a:pt x="4703" y="227"/>
                  </a:cubicBezTo>
                  <a:cubicBezTo>
                    <a:pt x="4632" y="286"/>
                    <a:pt x="4632" y="393"/>
                    <a:pt x="4679" y="453"/>
                  </a:cubicBezTo>
                  <a:cubicBezTo>
                    <a:pt x="5155" y="1048"/>
                    <a:pt x="5405" y="1786"/>
                    <a:pt x="5358" y="2560"/>
                  </a:cubicBezTo>
                  <a:cubicBezTo>
                    <a:pt x="5310" y="3334"/>
                    <a:pt x="5001" y="4072"/>
                    <a:pt x="4453" y="4608"/>
                  </a:cubicBezTo>
                  <a:cubicBezTo>
                    <a:pt x="4346" y="4703"/>
                    <a:pt x="4239" y="4799"/>
                    <a:pt x="4143" y="4882"/>
                  </a:cubicBezTo>
                  <a:lnTo>
                    <a:pt x="4143" y="4013"/>
                  </a:lnTo>
                  <a:cubicBezTo>
                    <a:pt x="4143" y="3715"/>
                    <a:pt x="3929" y="3441"/>
                    <a:pt x="3643" y="3358"/>
                  </a:cubicBezTo>
                  <a:lnTo>
                    <a:pt x="3072" y="3191"/>
                  </a:lnTo>
                  <a:cubicBezTo>
                    <a:pt x="2989" y="3156"/>
                    <a:pt x="2929" y="3096"/>
                    <a:pt x="2929" y="3013"/>
                  </a:cubicBezTo>
                  <a:lnTo>
                    <a:pt x="2929" y="2882"/>
                  </a:lnTo>
                  <a:cubicBezTo>
                    <a:pt x="2989" y="2834"/>
                    <a:pt x="3036" y="2798"/>
                    <a:pt x="3084" y="2763"/>
                  </a:cubicBezTo>
                  <a:cubicBezTo>
                    <a:pt x="3322" y="2536"/>
                    <a:pt x="3441" y="2227"/>
                    <a:pt x="3441" y="1893"/>
                  </a:cubicBezTo>
                  <a:lnTo>
                    <a:pt x="3441" y="1596"/>
                  </a:lnTo>
                  <a:lnTo>
                    <a:pt x="3500" y="1465"/>
                  </a:lnTo>
                  <a:cubicBezTo>
                    <a:pt x="3572" y="1334"/>
                    <a:pt x="3596" y="1167"/>
                    <a:pt x="3596" y="1000"/>
                  </a:cubicBezTo>
                  <a:lnTo>
                    <a:pt x="3596" y="167"/>
                  </a:lnTo>
                  <a:cubicBezTo>
                    <a:pt x="3596" y="72"/>
                    <a:pt x="3524" y="0"/>
                    <a:pt x="3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1461721" y="1634026"/>
              <a:ext cx="43986" cy="15564"/>
            </a:xfrm>
            <a:custGeom>
              <a:rect b="b" l="l" r="r" t="t"/>
              <a:pathLst>
                <a:path extrusionOk="0" h="489" w="1382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58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5"/>
                  </a:cubicBezTo>
                  <a:cubicBezTo>
                    <a:pt x="1382" y="322"/>
                    <a:pt x="1346" y="239"/>
                    <a:pt x="1263" y="191"/>
                  </a:cubicBezTo>
                  <a:cubicBezTo>
                    <a:pt x="894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37"/>
          <p:cNvGrpSpPr/>
          <p:nvPr/>
        </p:nvGrpSpPr>
        <p:grpSpPr>
          <a:xfrm>
            <a:off x="7028613" y="1338965"/>
            <a:ext cx="368185" cy="330454"/>
            <a:chOff x="2630824" y="1976966"/>
            <a:chExt cx="368185" cy="330454"/>
          </a:xfrm>
        </p:grpSpPr>
        <p:sp>
          <p:nvSpPr>
            <p:cNvPr id="301" name="Google Shape;301;p37"/>
            <p:cNvSpPr/>
            <p:nvPr/>
          </p:nvSpPr>
          <p:spPr>
            <a:xfrm>
              <a:off x="2630824" y="2059967"/>
              <a:ext cx="229743" cy="247072"/>
            </a:xfrm>
            <a:custGeom>
              <a:rect b="b" l="l" r="r" t="t"/>
              <a:pathLst>
                <a:path extrusionOk="0" h="7799" w="7252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632"/>
                  </a:lnTo>
                  <a:cubicBezTo>
                    <a:pt x="1" y="7727"/>
                    <a:pt x="72" y="7799"/>
                    <a:pt x="167" y="7799"/>
                  </a:cubicBezTo>
                  <a:lnTo>
                    <a:pt x="7085" y="7799"/>
                  </a:lnTo>
                  <a:cubicBezTo>
                    <a:pt x="7180" y="7799"/>
                    <a:pt x="7252" y="7727"/>
                    <a:pt x="7252" y="7632"/>
                  </a:cubicBezTo>
                  <a:cubicBezTo>
                    <a:pt x="7252" y="7549"/>
                    <a:pt x="7180" y="7454"/>
                    <a:pt x="7085" y="7454"/>
                  </a:cubicBezTo>
                  <a:lnTo>
                    <a:pt x="346" y="7454"/>
                  </a:lnTo>
                  <a:lnTo>
                    <a:pt x="346" y="322"/>
                  </a:lnTo>
                  <a:lnTo>
                    <a:pt x="2715" y="322"/>
                  </a:lnTo>
                  <a:lnTo>
                    <a:pt x="3906" y="1512"/>
                  </a:lnTo>
                  <a:cubicBezTo>
                    <a:pt x="3930" y="1548"/>
                    <a:pt x="3977" y="1560"/>
                    <a:pt x="4025" y="1560"/>
                  </a:cubicBezTo>
                  <a:lnTo>
                    <a:pt x="4597" y="1560"/>
                  </a:lnTo>
                  <a:cubicBezTo>
                    <a:pt x="4692" y="1560"/>
                    <a:pt x="4763" y="1489"/>
                    <a:pt x="4763" y="1393"/>
                  </a:cubicBezTo>
                  <a:cubicBezTo>
                    <a:pt x="4763" y="1310"/>
                    <a:pt x="4692" y="1239"/>
                    <a:pt x="4597" y="1239"/>
                  </a:cubicBezTo>
                  <a:lnTo>
                    <a:pt x="4073" y="1239"/>
                  </a:lnTo>
                  <a:lnTo>
                    <a:pt x="2882" y="48"/>
                  </a:lnTo>
                  <a:cubicBezTo>
                    <a:pt x="2858" y="12"/>
                    <a:pt x="2811" y="0"/>
                    <a:pt x="277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2792646" y="1976966"/>
              <a:ext cx="206364" cy="330454"/>
            </a:xfrm>
            <a:custGeom>
              <a:rect b="b" l="l" r="r" t="t"/>
              <a:pathLst>
                <a:path extrusionOk="0" h="10431" w="6514">
                  <a:moveTo>
                    <a:pt x="3894" y="1"/>
                  </a:moveTo>
                  <a:cubicBezTo>
                    <a:pt x="2453" y="1"/>
                    <a:pt x="1286" y="1180"/>
                    <a:pt x="1286" y="2608"/>
                  </a:cubicBezTo>
                  <a:cubicBezTo>
                    <a:pt x="1286" y="3061"/>
                    <a:pt x="1405" y="3513"/>
                    <a:pt x="1632" y="3882"/>
                  </a:cubicBezTo>
                  <a:lnTo>
                    <a:pt x="155" y="3882"/>
                  </a:lnTo>
                  <a:cubicBezTo>
                    <a:pt x="72" y="3882"/>
                    <a:pt x="1" y="3954"/>
                    <a:pt x="1" y="4049"/>
                  </a:cubicBezTo>
                  <a:cubicBezTo>
                    <a:pt x="1" y="4132"/>
                    <a:pt x="72" y="4216"/>
                    <a:pt x="155" y="4216"/>
                  </a:cubicBezTo>
                  <a:lnTo>
                    <a:pt x="1858" y="4216"/>
                  </a:lnTo>
                  <a:cubicBezTo>
                    <a:pt x="2334" y="4811"/>
                    <a:pt x="3072" y="5192"/>
                    <a:pt x="3894" y="5192"/>
                  </a:cubicBezTo>
                  <a:cubicBezTo>
                    <a:pt x="4061" y="5192"/>
                    <a:pt x="4227" y="5180"/>
                    <a:pt x="4382" y="5144"/>
                  </a:cubicBezTo>
                  <a:lnTo>
                    <a:pt x="4382" y="10109"/>
                  </a:lnTo>
                  <a:lnTo>
                    <a:pt x="2632" y="10109"/>
                  </a:lnTo>
                  <a:cubicBezTo>
                    <a:pt x="2537" y="10109"/>
                    <a:pt x="2465" y="10181"/>
                    <a:pt x="2465" y="10264"/>
                  </a:cubicBezTo>
                  <a:cubicBezTo>
                    <a:pt x="2465" y="10359"/>
                    <a:pt x="2537" y="10431"/>
                    <a:pt x="2632" y="10431"/>
                  </a:cubicBezTo>
                  <a:lnTo>
                    <a:pt x="4549" y="10431"/>
                  </a:lnTo>
                  <a:cubicBezTo>
                    <a:pt x="4644" y="10431"/>
                    <a:pt x="4715" y="10359"/>
                    <a:pt x="4715" y="10264"/>
                  </a:cubicBezTo>
                  <a:lnTo>
                    <a:pt x="4715" y="5061"/>
                  </a:lnTo>
                  <a:cubicBezTo>
                    <a:pt x="5061" y="4942"/>
                    <a:pt x="5382" y="4752"/>
                    <a:pt x="5656" y="4490"/>
                  </a:cubicBezTo>
                  <a:cubicBezTo>
                    <a:pt x="6132" y="4049"/>
                    <a:pt x="6430" y="3442"/>
                    <a:pt x="6466" y="2787"/>
                  </a:cubicBezTo>
                  <a:cubicBezTo>
                    <a:pt x="6513" y="2680"/>
                    <a:pt x="6442" y="2585"/>
                    <a:pt x="6358" y="2585"/>
                  </a:cubicBezTo>
                  <a:cubicBezTo>
                    <a:pt x="6263" y="2585"/>
                    <a:pt x="6168" y="2644"/>
                    <a:pt x="6168" y="2751"/>
                  </a:cubicBezTo>
                  <a:cubicBezTo>
                    <a:pt x="6085" y="3930"/>
                    <a:pt x="5096" y="4847"/>
                    <a:pt x="3906" y="4847"/>
                  </a:cubicBezTo>
                  <a:cubicBezTo>
                    <a:pt x="2656" y="4847"/>
                    <a:pt x="1644" y="3835"/>
                    <a:pt x="1644" y="2585"/>
                  </a:cubicBezTo>
                  <a:cubicBezTo>
                    <a:pt x="1644" y="1334"/>
                    <a:pt x="2656" y="322"/>
                    <a:pt x="3906" y="322"/>
                  </a:cubicBezTo>
                  <a:cubicBezTo>
                    <a:pt x="4977" y="322"/>
                    <a:pt x="5918" y="1084"/>
                    <a:pt x="6132" y="2144"/>
                  </a:cubicBezTo>
                  <a:cubicBezTo>
                    <a:pt x="6143" y="2220"/>
                    <a:pt x="6214" y="2277"/>
                    <a:pt x="6299" y="2277"/>
                  </a:cubicBezTo>
                  <a:cubicBezTo>
                    <a:pt x="6306" y="2277"/>
                    <a:pt x="6315" y="2276"/>
                    <a:pt x="6323" y="2275"/>
                  </a:cubicBezTo>
                  <a:cubicBezTo>
                    <a:pt x="6406" y="2263"/>
                    <a:pt x="6466" y="2168"/>
                    <a:pt x="6454" y="2085"/>
                  </a:cubicBezTo>
                  <a:cubicBezTo>
                    <a:pt x="6204" y="882"/>
                    <a:pt x="5132" y="1"/>
                    <a:pt x="389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7"/>
            <p:cNvSpPr/>
            <p:nvPr/>
          </p:nvSpPr>
          <p:spPr>
            <a:xfrm>
              <a:off x="2876376" y="2005256"/>
              <a:ext cx="78123" cy="91333"/>
            </a:xfrm>
            <a:custGeom>
              <a:rect b="b" l="l" r="r" t="t"/>
              <a:pathLst>
                <a:path extrusionOk="0" h="2883" w="2466">
                  <a:moveTo>
                    <a:pt x="1239" y="346"/>
                  </a:moveTo>
                  <a:cubicBezTo>
                    <a:pt x="1406" y="346"/>
                    <a:pt x="1537" y="477"/>
                    <a:pt x="1537" y="644"/>
                  </a:cubicBezTo>
                  <a:lnTo>
                    <a:pt x="1537" y="1061"/>
                  </a:lnTo>
                  <a:lnTo>
                    <a:pt x="941" y="1061"/>
                  </a:lnTo>
                  <a:lnTo>
                    <a:pt x="941" y="644"/>
                  </a:lnTo>
                  <a:cubicBezTo>
                    <a:pt x="941" y="477"/>
                    <a:pt x="1072" y="346"/>
                    <a:pt x="1239" y="346"/>
                  </a:cubicBezTo>
                  <a:close/>
                  <a:moveTo>
                    <a:pt x="2120" y="1394"/>
                  </a:moveTo>
                  <a:lnTo>
                    <a:pt x="2120" y="2561"/>
                  </a:lnTo>
                  <a:lnTo>
                    <a:pt x="358" y="2561"/>
                  </a:lnTo>
                  <a:lnTo>
                    <a:pt x="358" y="1394"/>
                  </a:lnTo>
                  <a:close/>
                  <a:moveTo>
                    <a:pt x="1227" y="1"/>
                  </a:moveTo>
                  <a:cubicBezTo>
                    <a:pt x="870" y="1"/>
                    <a:pt x="584" y="275"/>
                    <a:pt x="584" y="644"/>
                  </a:cubicBezTo>
                  <a:lnTo>
                    <a:pt x="584" y="1061"/>
                  </a:lnTo>
                  <a:lnTo>
                    <a:pt x="167" y="1061"/>
                  </a:lnTo>
                  <a:cubicBezTo>
                    <a:pt x="84" y="1061"/>
                    <a:pt x="1" y="1132"/>
                    <a:pt x="1" y="1215"/>
                  </a:cubicBezTo>
                  <a:lnTo>
                    <a:pt x="1" y="2727"/>
                  </a:lnTo>
                  <a:cubicBezTo>
                    <a:pt x="1" y="2811"/>
                    <a:pt x="84" y="2882"/>
                    <a:pt x="167" y="2882"/>
                  </a:cubicBezTo>
                  <a:lnTo>
                    <a:pt x="2263" y="2882"/>
                  </a:lnTo>
                  <a:cubicBezTo>
                    <a:pt x="2358" y="2882"/>
                    <a:pt x="2430" y="2811"/>
                    <a:pt x="2430" y="2727"/>
                  </a:cubicBezTo>
                  <a:lnTo>
                    <a:pt x="2430" y="1215"/>
                  </a:lnTo>
                  <a:cubicBezTo>
                    <a:pt x="2465" y="1132"/>
                    <a:pt x="2382" y="1061"/>
                    <a:pt x="2275" y="1061"/>
                  </a:cubicBezTo>
                  <a:lnTo>
                    <a:pt x="1870" y="1061"/>
                  </a:lnTo>
                  <a:lnTo>
                    <a:pt x="1870" y="644"/>
                  </a:lnTo>
                  <a:cubicBezTo>
                    <a:pt x="1870" y="287"/>
                    <a:pt x="1584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2715695" y="2177659"/>
              <a:ext cx="43782" cy="43402"/>
            </a:xfrm>
            <a:custGeom>
              <a:rect b="b" l="l" r="r" t="t"/>
              <a:pathLst>
                <a:path extrusionOk="0" h="1370" w="1382">
                  <a:moveTo>
                    <a:pt x="1048" y="345"/>
                  </a:moveTo>
                  <a:lnTo>
                    <a:pt x="1048" y="1048"/>
                  </a:lnTo>
                  <a:lnTo>
                    <a:pt x="346" y="1048"/>
                  </a:lnTo>
                  <a:lnTo>
                    <a:pt x="346" y="345"/>
                  </a:lnTo>
                  <a:close/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1215"/>
                  </a:lnTo>
                  <a:cubicBezTo>
                    <a:pt x="1" y="1298"/>
                    <a:pt x="72" y="1369"/>
                    <a:pt x="167" y="1369"/>
                  </a:cubicBezTo>
                  <a:lnTo>
                    <a:pt x="1203" y="1369"/>
                  </a:lnTo>
                  <a:cubicBezTo>
                    <a:pt x="1298" y="1369"/>
                    <a:pt x="1370" y="1298"/>
                    <a:pt x="1370" y="1215"/>
                  </a:cubicBezTo>
                  <a:lnTo>
                    <a:pt x="1370" y="167"/>
                  </a:lnTo>
                  <a:cubicBezTo>
                    <a:pt x="1382" y="83"/>
                    <a:pt x="1310" y="0"/>
                    <a:pt x="1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2770026" y="2177659"/>
              <a:ext cx="88292" cy="10581"/>
            </a:xfrm>
            <a:custGeom>
              <a:rect b="b" l="l" r="r" t="t"/>
              <a:pathLst>
                <a:path extrusionOk="0" h="334" w="2787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2620" y="333"/>
                  </a:lnTo>
                  <a:cubicBezTo>
                    <a:pt x="2703" y="333"/>
                    <a:pt x="2786" y="262"/>
                    <a:pt x="2786" y="167"/>
                  </a:cubicBezTo>
                  <a:cubicBezTo>
                    <a:pt x="2786" y="83"/>
                    <a:pt x="2703" y="0"/>
                    <a:pt x="2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7"/>
            <p:cNvSpPr/>
            <p:nvPr/>
          </p:nvSpPr>
          <p:spPr>
            <a:xfrm>
              <a:off x="2770026" y="2194227"/>
              <a:ext cx="88292" cy="10613"/>
            </a:xfrm>
            <a:custGeom>
              <a:rect b="b" l="l" r="r" t="t"/>
              <a:pathLst>
                <a:path extrusionOk="0" h="335" w="2787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620" y="334"/>
                  </a:lnTo>
                  <a:cubicBezTo>
                    <a:pt x="2703" y="334"/>
                    <a:pt x="2786" y="251"/>
                    <a:pt x="2786" y="168"/>
                  </a:cubicBezTo>
                  <a:cubicBezTo>
                    <a:pt x="2786" y="72"/>
                    <a:pt x="2703" y="1"/>
                    <a:pt x="262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2770026" y="2210828"/>
              <a:ext cx="88292" cy="10233"/>
            </a:xfrm>
            <a:custGeom>
              <a:rect b="b" l="l" r="r" t="t"/>
              <a:pathLst>
                <a:path extrusionOk="0" h="323" w="2787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620" y="322"/>
                  </a:lnTo>
                  <a:cubicBezTo>
                    <a:pt x="2703" y="322"/>
                    <a:pt x="2786" y="251"/>
                    <a:pt x="2786" y="168"/>
                  </a:cubicBezTo>
                  <a:cubicBezTo>
                    <a:pt x="2786" y="72"/>
                    <a:pt x="2703" y="1"/>
                    <a:pt x="262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908436" y="2058447"/>
              <a:ext cx="16252" cy="18913"/>
            </a:xfrm>
            <a:custGeom>
              <a:rect b="b" l="l" r="r" t="t"/>
              <a:pathLst>
                <a:path extrusionOk="0" h="597" w="513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27"/>
                    <a:pt x="36" y="286"/>
                    <a:pt x="96" y="310"/>
                  </a:cubicBezTo>
                  <a:lnTo>
                    <a:pt x="96" y="429"/>
                  </a:lnTo>
                  <a:cubicBezTo>
                    <a:pt x="96" y="525"/>
                    <a:pt x="167" y="596"/>
                    <a:pt x="263" y="596"/>
                  </a:cubicBezTo>
                  <a:cubicBezTo>
                    <a:pt x="346" y="596"/>
                    <a:pt x="417" y="525"/>
                    <a:pt x="417" y="429"/>
                  </a:cubicBezTo>
                  <a:lnTo>
                    <a:pt x="417" y="310"/>
                  </a:lnTo>
                  <a:cubicBezTo>
                    <a:pt x="465" y="286"/>
                    <a:pt x="513" y="227"/>
                    <a:pt x="513" y="167"/>
                  </a:cubicBezTo>
                  <a:cubicBezTo>
                    <a:pt x="513" y="72"/>
                    <a:pt x="441" y="1"/>
                    <a:pt x="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